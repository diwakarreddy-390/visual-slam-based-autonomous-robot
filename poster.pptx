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77" r:id="rId1"/>
  </p:sldMasterIdLst>
  <p:notesMasterIdLst>
    <p:notesMasterId r:id="rId5"/>
  </p:notesMasterIdLst>
  <p:sldIdLst>
    <p:sldId id="259" r:id="rId2"/>
    <p:sldId id="263" r:id="rId3"/>
    <p:sldId id="264" r:id="rId4"/>
  </p:sldIdLst>
  <p:sldSz cx="32004000" cy="36360100"/>
  <p:notesSz cx="37947600" cy="50749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pos="100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CDCD"/>
    <a:srgbClr val="FFF7DA"/>
    <a:srgbClr val="DAC4B2"/>
    <a:srgbClr val="9F282C"/>
    <a:srgbClr val="C00000"/>
    <a:srgbClr val="EDE7E3"/>
    <a:srgbClr val="E5DFDB"/>
    <a:srgbClr val="EDDFDF"/>
    <a:srgbClr val="CA0202"/>
    <a:srgbClr val="E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9" autoAdjust="0"/>
    <p:restoredTop sz="99296" autoAdjust="0"/>
  </p:normalViewPr>
  <p:slideViewPr>
    <p:cSldViewPr>
      <p:cViewPr varScale="1">
        <p:scale>
          <a:sx n="19" d="100"/>
          <a:sy n="19" d="100"/>
        </p:scale>
        <p:origin x="2541" y="99"/>
      </p:cViewPr>
      <p:guideLst>
        <p:guide orient="horz" pos="11452"/>
        <p:guide pos="100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16459200" cy="2514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aseline="0">
                <a:latin typeface="Arial" charset="0"/>
                <a:ea typeface="+mn-ea"/>
                <a:cs typeface="宋体" charset="-122"/>
              </a:defRPr>
            </a:lvl1pPr>
          </a:lstStyle>
          <a:p>
            <a:pPr>
              <a:defRPr/>
            </a:pPr>
            <a:endParaRPr lang="en-US" altLang="zh-CN"/>
          </a:p>
        </p:txBody>
      </p:sp>
      <p:sp>
        <p:nvSpPr>
          <p:cNvPr id="9219" name="Rectangle 3"/>
          <p:cNvSpPr>
            <a:spLocks noGrp="1" noChangeArrowheads="1"/>
          </p:cNvSpPr>
          <p:nvPr>
            <p:ph type="dt" idx="1"/>
          </p:nvPr>
        </p:nvSpPr>
        <p:spPr bwMode="auto">
          <a:xfrm>
            <a:off x="21488400" y="0"/>
            <a:ext cx="16459200" cy="2514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aseline="0">
                <a:latin typeface="Arial" charset="0"/>
                <a:ea typeface="+mn-ea"/>
                <a:cs typeface="宋体" charset="-122"/>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0590213" y="3810000"/>
            <a:ext cx="16767175" cy="19050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5029200" y="24079200"/>
            <a:ext cx="27889200" cy="22860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222" name="Rectangle 6"/>
          <p:cNvSpPr>
            <a:spLocks noGrp="1" noChangeArrowheads="1"/>
          </p:cNvSpPr>
          <p:nvPr>
            <p:ph type="ftr" sz="quarter" idx="4"/>
          </p:nvPr>
        </p:nvSpPr>
        <p:spPr bwMode="auto">
          <a:xfrm>
            <a:off x="0" y="48234600"/>
            <a:ext cx="16459200" cy="25146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aseline="0">
                <a:latin typeface="Arial" charset="0"/>
                <a:ea typeface="+mn-ea"/>
                <a:cs typeface="宋体" charset="-122"/>
              </a:defRPr>
            </a:lvl1pPr>
          </a:lstStyle>
          <a:p>
            <a:pPr>
              <a:defRPr/>
            </a:pPr>
            <a:endParaRPr lang="en-US" altLang="zh-CN"/>
          </a:p>
        </p:txBody>
      </p:sp>
      <p:sp>
        <p:nvSpPr>
          <p:cNvPr id="9223" name="Rectangle 7"/>
          <p:cNvSpPr>
            <a:spLocks noGrp="1" noChangeArrowheads="1"/>
          </p:cNvSpPr>
          <p:nvPr>
            <p:ph type="sldNum" sz="quarter" idx="5"/>
          </p:nvPr>
        </p:nvSpPr>
        <p:spPr bwMode="auto">
          <a:xfrm>
            <a:off x="21488400" y="48234600"/>
            <a:ext cx="16459200" cy="25146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aseline="0">
                <a:ea typeface="SimSun" pitchFamily="2" charset="-122"/>
              </a:defRPr>
            </a:lvl1pPr>
          </a:lstStyle>
          <a:p>
            <a:fld id="{F292183B-F5F8-4439-922E-D0C2BF219BD4}" type="slidenum">
              <a:rPr lang="en-US" altLang="zh-CN"/>
              <a:pPr/>
              <a:t>‹#›</a:t>
            </a:fld>
            <a:endParaRPr lang="en-US" altLang="zh-CN"/>
          </a:p>
        </p:txBody>
      </p:sp>
    </p:spTree>
    <p:extLst>
      <p:ext uri="{BB962C8B-B14F-4D97-AF65-F5344CB8AC3E}">
        <p14:creationId xmlns:p14="http://schemas.microsoft.com/office/powerpoint/2010/main" val="5407477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S PGothic" pitchFamily="34" charset="-128"/>
        <a:cs typeface="ＭＳ Ｐゴシック" charset="-128"/>
      </a:defRPr>
    </a:lvl1pPr>
    <a:lvl2pPr marL="399662"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2pPr>
    <a:lvl3pPr marL="799310"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3pPr>
    <a:lvl4pPr marL="1198973"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4pPr>
    <a:lvl5pPr marL="1598630"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5pPr>
    <a:lvl6pPr marL="1998278" algn="l" defTabSz="399662" rtl="0" eaLnBrk="1" latinLnBrk="0" hangingPunct="1">
      <a:defRPr sz="1000" kern="1200">
        <a:solidFill>
          <a:schemeClr val="tx1"/>
        </a:solidFill>
        <a:latin typeface="+mn-lt"/>
        <a:ea typeface="+mn-ea"/>
        <a:cs typeface="+mn-cs"/>
      </a:defRPr>
    </a:lvl6pPr>
    <a:lvl7pPr marL="2397941" algn="l" defTabSz="399662" rtl="0" eaLnBrk="1" latinLnBrk="0" hangingPunct="1">
      <a:defRPr sz="1000" kern="1200">
        <a:solidFill>
          <a:schemeClr val="tx1"/>
        </a:solidFill>
        <a:latin typeface="+mn-lt"/>
        <a:ea typeface="+mn-ea"/>
        <a:cs typeface="+mn-cs"/>
      </a:defRPr>
    </a:lvl7pPr>
    <a:lvl8pPr marL="2797603" algn="l" defTabSz="399662" rtl="0" eaLnBrk="1" latinLnBrk="0" hangingPunct="1">
      <a:defRPr sz="1000" kern="1200">
        <a:solidFill>
          <a:schemeClr val="tx1"/>
        </a:solidFill>
        <a:latin typeface="+mn-lt"/>
        <a:ea typeface="+mn-ea"/>
        <a:cs typeface="+mn-cs"/>
      </a:defRPr>
    </a:lvl8pPr>
    <a:lvl9pPr marL="3197251" algn="l" defTabSz="399662" rtl="0" eaLnBrk="1" latinLnBrk="0" hangingPunct="1">
      <a:defRPr sz="1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9472-38D6-BC17-607E-805F1B98A579}"/>
              </a:ext>
            </a:extLst>
          </p:cNvPr>
          <p:cNvSpPr>
            <a:spLocks noGrp="1"/>
          </p:cNvSpPr>
          <p:nvPr>
            <p:ph type="ctrTitle"/>
          </p:nvPr>
        </p:nvSpPr>
        <p:spPr>
          <a:xfrm>
            <a:off x="4000500" y="5950603"/>
            <a:ext cx="24003000" cy="12658701"/>
          </a:xfrm>
        </p:spPr>
        <p:txBody>
          <a:bodyPr anchor="b"/>
          <a:lstStyle>
            <a:lvl1pPr algn="ctr">
              <a:defRPr sz="15750"/>
            </a:lvl1pPr>
          </a:lstStyle>
          <a:p>
            <a:r>
              <a:rPr lang="en-US"/>
              <a:t>Click to edit Master title style</a:t>
            </a:r>
            <a:endParaRPr lang="en-IN"/>
          </a:p>
        </p:txBody>
      </p:sp>
      <p:sp>
        <p:nvSpPr>
          <p:cNvPr id="3" name="Subtitle 2">
            <a:extLst>
              <a:ext uri="{FF2B5EF4-FFF2-40B4-BE49-F238E27FC236}">
                <a16:creationId xmlns:a16="http://schemas.microsoft.com/office/drawing/2014/main" id="{855CBD1B-18C4-F6F2-E539-0AB1A79FF774}"/>
              </a:ext>
            </a:extLst>
          </p:cNvPr>
          <p:cNvSpPr>
            <a:spLocks noGrp="1"/>
          </p:cNvSpPr>
          <p:nvPr>
            <p:ph type="subTitle" idx="1"/>
          </p:nvPr>
        </p:nvSpPr>
        <p:spPr>
          <a:xfrm>
            <a:off x="4000500" y="19097472"/>
            <a:ext cx="24003000" cy="8778605"/>
          </a:xfrm>
        </p:spPr>
        <p:txBody>
          <a:bodyPr/>
          <a:lstStyle>
            <a:lvl1pPr marL="0" indent="0" algn="ctr">
              <a:buNone/>
              <a:defRPr sz="6300"/>
            </a:lvl1pPr>
            <a:lvl2pPr marL="1200150" indent="0" algn="ctr">
              <a:buNone/>
              <a:defRPr sz="5250"/>
            </a:lvl2pPr>
            <a:lvl3pPr marL="2400300" indent="0" algn="ctr">
              <a:buNone/>
              <a:defRPr sz="4725"/>
            </a:lvl3pPr>
            <a:lvl4pPr marL="3600450" indent="0" algn="ctr">
              <a:buNone/>
              <a:defRPr sz="4200"/>
            </a:lvl4pPr>
            <a:lvl5pPr marL="4800600" indent="0" algn="ctr">
              <a:buNone/>
              <a:defRPr sz="4200"/>
            </a:lvl5pPr>
            <a:lvl6pPr marL="6000750" indent="0" algn="ctr">
              <a:buNone/>
              <a:defRPr sz="4200"/>
            </a:lvl6pPr>
            <a:lvl7pPr marL="7200900" indent="0" algn="ctr">
              <a:buNone/>
              <a:defRPr sz="4200"/>
            </a:lvl7pPr>
            <a:lvl8pPr marL="8401050" indent="0" algn="ctr">
              <a:buNone/>
              <a:defRPr sz="4200"/>
            </a:lvl8pPr>
            <a:lvl9pPr marL="9601200" indent="0" algn="ctr">
              <a:buNone/>
              <a:defRPr sz="4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F4EFA4-8EBD-27A4-923E-DF7E2762492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3F7BBAEF-C753-8577-5D0A-9623DB64662E}"/>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B0ED307F-69B1-D758-A45F-D18FC87FCD9F}"/>
              </a:ext>
            </a:extLst>
          </p:cNvPr>
          <p:cNvSpPr>
            <a:spLocks noGrp="1"/>
          </p:cNvSpPr>
          <p:nvPr>
            <p:ph type="sldNum" sz="quarter" idx="12"/>
          </p:nvPr>
        </p:nvSpPr>
        <p:spPr/>
        <p:txBody>
          <a:bodyPr/>
          <a:lstStyle/>
          <a:p>
            <a:fld id="{37A3E2A6-8D49-4474-8C7A-1BD77D36969A}" type="slidenum">
              <a:rPr lang="en-US" altLang="zh-CN" smtClean="0"/>
              <a:pPr/>
              <a:t>‹#›</a:t>
            </a:fld>
            <a:endParaRPr lang="en-US" altLang="zh-CN"/>
          </a:p>
        </p:txBody>
      </p:sp>
    </p:spTree>
    <p:extLst>
      <p:ext uri="{BB962C8B-B14F-4D97-AF65-F5344CB8AC3E}">
        <p14:creationId xmlns:p14="http://schemas.microsoft.com/office/powerpoint/2010/main" val="59795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8C9B-DCBF-475C-CF55-DC6C7F87B7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9952CA-3FFE-9FFB-968B-A075F82860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1A44F-F549-0305-E558-022C1368D8B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586D3AE0-096C-A57A-0D87-1779C8FD4C11}"/>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019BCA4A-ED54-6D6D-B43B-01873103AFC1}"/>
              </a:ext>
            </a:extLst>
          </p:cNvPr>
          <p:cNvSpPr>
            <a:spLocks noGrp="1"/>
          </p:cNvSpPr>
          <p:nvPr>
            <p:ph type="sldNum" sz="quarter" idx="12"/>
          </p:nvPr>
        </p:nvSpPr>
        <p:spPr/>
        <p:txBody>
          <a:bodyPr/>
          <a:lstStyle/>
          <a:p>
            <a:fld id="{ED22DA40-2263-4835-8046-3E03B8C47302}" type="slidenum">
              <a:rPr lang="en-US" altLang="zh-CN" smtClean="0"/>
              <a:pPr/>
              <a:t>‹#›</a:t>
            </a:fld>
            <a:endParaRPr lang="en-US" altLang="zh-CN"/>
          </a:p>
        </p:txBody>
      </p:sp>
    </p:spTree>
    <p:extLst>
      <p:ext uri="{BB962C8B-B14F-4D97-AF65-F5344CB8AC3E}">
        <p14:creationId xmlns:p14="http://schemas.microsoft.com/office/powerpoint/2010/main" val="3610375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FEFF9-404C-779A-58B7-76C0C8F79324}"/>
              </a:ext>
            </a:extLst>
          </p:cNvPr>
          <p:cNvSpPr>
            <a:spLocks noGrp="1"/>
          </p:cNvSpPr>
          <p:nvPr>
            <p:ph type="title"/>
          </p:nvPr>
        </p:nvSpPr>
        <p:spPr>
          <a:xfrm>
            <a:off x="2183606" y="9064780"/>
            <a:ext cx="27603450" cy="15124789"/>
          </a:xfrm>
        </p:spPr>
        <p:txBody>
          <a:bodyPr anchor="b"/>
          <a:lstStyle>
            <a:lvl1pPr>
              <a:defRPr sz="1575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8A49A4-8D6D-2D89-20EB-336C457394D0}"/>
              </a:ext>
            </a:extLst>
          </p:cNvPr>
          <p:cNvSpPr>
            <a:spLocks noGrp="1"/>
          </p:cNvSpPr>
          <p:nvPr>
            <p:ph type="body" idx="1"/>
          </p:nvPr>
        </p:nvSpPr>
        <p:spPr>
          <a:xfrm>
            <a:off x="2183606" y="24332656"/>
            <a:ext cx="27603450" cy="7953769"/>
          </a:xfrm>
        </p:spPr>
        <p:txBody>
          <a:bodyPr/>
          <a:lstStyle>
            <a:lvl1pPr marL="0" indent="0">
              <a:buNone/>
              <a:defRPr sz="6300">
                <a:solidFill>
                  <a:schemeClr val="tx1">
                    <a:tint val="75000"/>
                  </a:schemeClr>
                </a:solidFill>
              </a:defRPr>
            </a:lvl1pPr>
            <a:lvl2pPr marL="1200150" indent="0">
              <a:buNone/>
              <a:defRPr sz="5250">
                <a:solidFill>
                  <a:schemeClr val="tx1">
                    <a:tint val="75000"/>
                  </a:schemeClr>
                </a:solidFill>
              </a:defRPr>
            </a:lvl2pPr>
            <a:lvl3pPr marL="2400300" indent="0">
              <a:buNone/>
              <a:defRPr sz="4725">
                <a:solidFill>
                  <a:schemeClr val="tx1">
                    <a:tint val="75000"/>
                  </a:schemeClr>
                </a:solidFill>
              </a:defRPr>
            </a:lvl3pPr>
            <a:lvl4pPr marL="3600450" indent="0">
              <a:buNone/>
              <a:defRPr sz="4200">
                <a:solidFill>
                  <a:schemeClr val="tx1">
                    <a:tint val="75000"/>
                  </a:schemeClr>
                </a:solidFill>
              </a:defRPr>
            </a:lvl4pPr>
            <a:lvl5pPr marL="4800600" indent="0">
              <a:buNone/>
              <a:defRPr sz="4200">
                <a:solidFill>
                  <a:schemeClr val="tx1">
                    <a:tint val="75000"/>
                  </a:schemeClr>
                </a:solidFill>
              </a:defRPr>
            </a:lvl5pPr>
            <a:lvl6pPr marL="6000750" indent="0">
              <a:buNone/>
              <a:defRPr sz="4200">
                <a:solidFill>
                  <a:schemeClr val="tx1">
                    <a:tint val="75000"/>
                  </a:schemeClr>
                </a:solidFill>
              </a:defRPr>
            </a:lvl6pPr>
            <a:lvl7pPr marL="7200900" indent="0">
              <a:buNone/>
              <a:defRPr sz="4200">
                <a:solidFill>
                  <a:schemeClr val="tx1">
                    <a:tint val="75000"/>
                  </a:schemeClr>
                </a:solidFill>
              </a:defRPr>
            </a:lvl7pPr>
            <a:lvl8pPr marL="8401050" indent="0">
              <a:buNone/>
              <a:defRPr sz="4200">
                <a:solidFill>
                  <a:schemeClr val="tx1">
                    <a:tint val="75000"/>
                  </a:schemeClr>
                </a:solidFill>
              </a:defRPr>
            </a:lvl8pPr>
            <a:lvl9pPr marL="9601200" indent="0">
              <a:buNone/>
              <a:defRPr sz="4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54A8FD-D785-734F-2B18-28EE0730027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8FA01FDA-278C-ACB9-22E9-5F843E0BB709}"/>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AC938643-3796-F901-20D1-9E7D09BBF920}"/>
              </a:ext>
            </a:extLst>
          </p:cNvPr>
          <p:cNvSpPr>
            <a:spLocks noGrp="1"/>
          </p:cNvSpPr>
          <p:nvPr>
            <p:ph type="sldNum" sz="quarter" idx="12"/>
          </p:nvPr>
        </p:nvSpPr>
        <p:spPr/>
        <p:txBody>
          <a:bodyPr/>
          <a:lstStyle/>
          <a:p>
            <a:fld id="{A69381DC-2011-4E15-83C5-CAC2DE521040}" type="slidenum">
              <a:rPr lang="en-US" altLang="zh-CN" smtClean="0"/>
              <a:pPr/>
              <a:t>‹#›</a:t>
            </a:fld>
            <a:endParaRPr lang="en-US" altLang="zh-CN"/>
          </a:p>
        </p:txBody>
      </p:sp>
    </p:spTree>
    <p:extLst>
      <p:ext uri="{BB962C8B-B14F-4D97-AF65-F5344CB8AC3E}">
        <p14:creationId xmlns:p14="http://schemas.microsoft.com/office/powerpoint/2010/main" val="291257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A68BB-6DBB-B965-7639-85782EDA6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9E7153-AEEB-1006-A860-8CC674A0B223}"/>
              </a:ext>
            </a:extLst>
          </p:cNvPr>
          <p:cNvSpPr>
            <a:spLocks noGrp="1"/>
          </p:cNvSpPr>
          <p:nvPr>
            <p:ph sz="half" idx="1"/>
          </p:nvPr>
        </p:nvSpPr>
        <p:spPr>
          <a:xfrm>
            <a:off x="2200275" y="9679194"/>
            <a:ext cx="13601700"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623DFF-4BC4-15FD-510D-70B9FA1C00B2}"/>
              </a:ext>
            </a:extLst>
          </p:cNvPr>
          <p:cNvSpPr>
            <a:spLocks noGrp="1"/>
          </p:cNvSpPr>
          <p:nvPr>
            <p:ph sz="half" idx="2"/>
          </p:nvPr>
        </p:nvSpPr>
        <p:spPr>
          <a:xfrm>
            <a:off x="16202025" y="9679194"/>
            <a:ext cx="13601700"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B5AFA9-235D-ABE3-9C26-77536F385A7D}"/>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FB9EC0DD-1484-2811-076F-041986A281A3}"/>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38FE110D-F00C-FC43-B333-6BF93982753F}"/>
              </a:ext>
            </a:extLst>
          </p:cNvPr>
          <p:cNvSpPr>
            <a:spLocks noGrp="1"/>
          </p:cNvSpPr>
          <p:nvPr>
            <p:ph type="sldNum" sz="quarter" idx="12"/>
          </p:nvPr>
        </p:nvSpPr>
        <p:spPr/>
        <p:txBody>
          <a:body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1299128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1449-F8A0-833B-90D0-E95A7083AC15}"/>
              </a:ext>
            </a:extLst>
          </p:cNvPr>
          <p:cNvSpPr>
            <a:spLocks noGrp="1"/>
          </p:cNvSpPr>
          <p:nvPr>
            <p:ph type="title"/>
          </p:nvPr>
        </p:nvSpPr>
        <p:spPr>
          <a:xfrm>
            <a:off x="2204443" y="1935841"/>
            <a:ext cx="27603450" cy="7027939"/>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57018E-7CF3-7CF4-ACCC-B6CDCBC0EE3D}"/>
              </a:ext>
            </a:extLst>
          </p:cNvPr>
          <p:cNvSpPr>
            <a:spLocks noGrp="1"/>
          </p:cNvSpPr>
          <p:nvPr>
            <p:ph type="body" idx="1"/>
          </p:nvPr>
        </p:nvSpPr>
        <p:spPr>
          <a:xfrm>
            <a:off x="2204445" y="8913277"/>
            <a:ext cx="13539191" cy="4368259"/>
          </a:xfrm>
        </p:spPr>
        <p:txBody>
          <a:bodyPr anchor="b"/>
          <a:lstStyle>
            <a:lvl1pPr marL="0" indent="0">
              <a:buNone/>
              <a:defRPr sz="6300" b="1"/>
            </a:lvl1pPr>
            <a:lvl2pPr marL="1200150" indent="0">
              <a:buNone/>
              <a:defRPr sz="5250" b="1"/>
            </a:lvl2pPr>
            <a:lvl3pPr marL="2400300" indent="0">
              <a:buNone/>
              <a:defRPr sz="4725" b="1"/>
            </a:lvl3pPr>
            <a:lvl4pPr marL="3600450" indent="0">
              <a:buNone/>
              <a:defRPr sz="4200" b="1"/>
            </a:lvl4pPr>
            <a:lvl5pPr marL="4800600" indent="0">
              <a:buNone/>
              <a:defRPr sz="4200" b="1"/>
            </a:lvl5pPr>
            <a:lvl6pPr marL="6000750" indent="0">
              <a:buNone/>
              <a:defRPr sz="4200" b="1"/>
            </a:lvl6pPr>
            <a:lvl7pPr marL="7200900" indent="0">
              <a:buNone/>
              <a:defRPr sz="4200" b="1"/>
            </a:lvl7pPr>
            <a:lvl8pPr marL="8401050" indent="0">
              <a:buNone/>
              <a:defRPr sz="4200" b="1"/>
            </a:lvl8pPr>
            <a:lvl9pPr marL="9601200" indent="0">
              <a:buNone/>
              <a:defRPr sz="4200" b="1"/>
            </a:lvl9pPr>
          </a:lstStyle>
          <a:p>
            <a:pPr lvl="0"/>
            <a:r>
              <a:rPr lang="en-US"/>
              <a:t>Click to edit Master text styles</a:t>
            </a:r>
          </a:p>
        </p:txBody>
      </p:sp>
      <p:sp>
        <p:nvSpPr>
          <p:cNvPr id="4" name="Content Placeholder 3">
            <a:extLst>
              <a:ext uri="{FF2B5EF4-FFF2-40B4-BE49-F238E27FC236}">
                <a16:creationId xmlns:a16="http://schemas.microsoft.com/office/drawing/2014/main" id="{EEDDDD43-09AE-40C8-CDDD-49C6D9894827}"/>
              </a:ext>
            </a:extLst>
          </p:cNvPr>
          <p:cNvSpPr>
            <a:spLocks noGrp="1"/>
          </p:cNvSpPr>
          <p:nvPr>
            <p:ph sz="half" idx="2"/>
          </p:nvPr>
        </p:nvSpPr>
        <p:spPr>
          <a:xfrm>
            <a:off x="2204445" y="13281536"/>
            <a:ext cx="13539191"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70AE49-5F62-168B-84F7-2ECE688EC917}"/>
              </a:ext>
            </a:extLst>
          </p:cNvPr>
          <p:cNvSpPr>
            <a:spLocks noGrp="1"/>
          </p:cNvSpPr>
          <p:nvPr>
            <p:ph type="body" sz="quarter" idx="3"/>
          </p:nvPr>
        </p:nvSpPr>
        <p:spPr>
          <a:xfrm>
            <a:off x="16202025" y="8913277"/>
            <a:ext cx="13605869" cy="4368259"/>
          </a:xfrm>
        </p:spPr>
        <p:txBody>
          <a:bodyPr anchor="b"/>
          <a:lstStyle>
            <a:lvl1pPr marL="0" indent="0">
              <a:buNone/>
              <a:defRPr sz="6300" b="1"/>
            </a:lvl1pPr>
            <a:lvl2pPr marL="1200150" indent="0">
              <a:buNone/>
              <a:defRPr sz="5250" b="1"/>
            </a:lvl2pPr>
            <a:lvl3pPr marL="2400300" indent="0">
              <a:buNone/>
              <a:defRPr sz="4725" b="1"/>
            </a:lvl3pPr>
            <a:lvl4pPr marL="3600450" indent="0">
              <a:buNone/>
              <a:defRPr sz="4200" b="1"/>
            </a:lvl4pPr>
            <a:lvl5pPr marL="4800600" indent="0">
              <a:buNone/>
              <a:defRPr sz="4200" b="1"/>
            </a:lvl5pPr>
            <a:lvl6pPr marL="6000750" indent="0">
              <a:buNone/>
              <a:defRPr sz="4200" b="1"/>
            </a:lvl6pPr>
            <a:lvl7pPr marL="7200900" indent="0">
              <a:buNone/>
              <a:defRPr sz="4200" b="1"/>
            </a:lvl7pPr>
            <a:lvl8pPr marL="8401050" indent="0">
              <a:buNone/>
              <a:defRPr sz="4200" b="1"/>
            </a:lvl8pPr>
            <a:lvl9pPr marL="9601200" indent="0">
              <a:buNone/>
              <a:defRPr sz="4200" b="1"/>
            </a:lvl9pPr>
          </a:lstStyle>
          <a:p>
            <a:pPr lvl="0"/>
            <a:r>
              <a:rPr lang="en-US"/>
              <a:t>Click to edit Master text styles</a:t>
            </a:r>
          </a:p>
        </p:txBody>
      </p:sp>
      <p:sp>
        <p:nvSpPr>
          <p:cNvPr id="6" name="Content Placeholder 5">
            <a:extLst>
              <a:ext uri="{FF2B5EF4-FFF2-40B4-BE49-F238E27FC236}">
                <a16:creationId xmlns:a16="http://schemas.microsoft.com/office/drawing/2014/main" id="{E3473BE7-8ABC-FB06-C904-CBA9E760FA3E}"/>
              </a:ext>
            </a:extLst>
          </p:cNvPr>
          <p:cNvSpPr>
            <a:spLocks noGrp="1"/>
          </p:cNvSpPr>
          <p:nvPr>
            <p:ph sz="quarter" idx="4"/>
          </p:nvPr>
        </p:nvSpPr>
        <p:spPr>
          <a:xfrm>
            <a:off x="16202025" y="13281536"/>
            <a:ext cx="13605869"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E8FF3A-9E94-3F76-115C-62314395F875}"/>
              </a:ext>
            </a:extLst>
          </p:cNvPr>
          <p:cNvSpPr>
            <a:spLocks noGrp="1"/>
          </p:cNvSpPr>
          <p:nvPr>
            <p:ph type="dt" sz="half" idx="10"/>
          </p:nvPr>
        </p:nvSpPr>
        <p:spPr/>
        <p:txBody>
          <a:bodyPr/>
          <a:lstStyle/>
          <a:p>
            <a:pPr>
              <a:defRPr/>
            </a:pPr>
            <a:endParaRPr lang="en-US" altLang="zh-CN"/>
          </a:p>
        </p:txBody>
      </p:sp>
      <p:sp>
        <p:nvSpPr>
          <p:cNvPr id="8" name="Footer Placeholder 7">
            <a:extLst>
              <a:ext uri="{FF2B5EF4-FFF2-40B4-BE49-F238E27FC236}">
                <a16:creationId xmlns:a16="http://schemas.microsoft.com/office/drawing/2014/main" id="{278F5122-0772-B1AC-D5BD-BD1FC8006733}"/>
              </a:ext>
            </a:extLst>
          </p:cNvPr>
          <p:cNvSpPr>
            <a:spLocks noGrp="1"/>
          </p:cNvSpPr>
          <p:nvPr>
            <p:ph type="ftr" sz="quarter" idx="11"/>
          </p:nvPr>
        </p:nvSpPr>
        <p:spPr/>
        <p:txBody>
          <a:bodyPr/>
          <a:lstStyle/>
          <a:p>
            <a:pPr>
              <a:defRPr/>
            </a:pPr>
            <a:endParaRPr lang="en-US" altLang="zh-CN"/>
          </a:p>
        </p:txBody>
      </p:sp>
      <p:sp>
        <p:nvSpPr>
          <p:cNvPr id="9" name="Slide Number Placeholder 8">
            <a:extLst>
              <a:ext uri="{FF2B5EF4-FFF2-40B4-BE49-F238E27FC236}">
                <a16:creationId xmlns:a16="http://schemas.microsoft.com/office/drawing/2014/main" id="{BB3B92A0-231F-5D9F-6352-6982431118FA}"/>
              </a:ext>
            </a:extLst>
          </p:cNvPr>
          <p:cNvSpPr>
            <a:spLocks noGrp="1"/>
          </p:cNvSpPr>
          <p:nvPr>
            <p:ph type="sldNum" sz="quarter" idx="12"/>
          </p:nvPr>
        </p:nvSpPr>
        <p:spPr/>
        <p:txBody>
          <a:body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1670554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7CC57-87F4-7D9A-F4D5-6F08854011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A76966-9BC8-8D1D-84CB-01690796B9E7}"/>
              </a:ext>
            </a:extLst>
          </p:cNvPr>
          <p:cNvSpPr>
            <a:spLocks noGrp="1"/>
          </p:cNvSpPr>
          <p:nvPr>
            <p:ph type="dt" sz="half" idx="10"/>
          </p:nvPr>
        </p:nvSpPr>
        <p:spPr/>
        <p:txBody>
          <a:bodyPr/>
          <a:lstStyle/>
          <a:p>
            <a:pPr>
              <a:defRPr/>
            </a:pPr>
            <a:endParaRPr lang="en-US" altLang="zh-CN"/>
          </a:p>
        </p:txBody>
      </p:sp>
      <p:sp>
        <p:nvSpPr>
          <p:cNvPr id="4" name="Footer Placeholder 3">
            <a:extLst>
              <a:ext uri="{FF2B5EF4-FFF2-40B4-BE49-F238E27FC236}">
                <a16:creationId xmlns:a16="http://schemas.microsoft.com/office/drawing/2014/main" id="{81C848F3-D37A-4CA9-254D-F89B4504292D}"/>
              </a:ext>
            </a:extLst>
          </p:cNvPr>
          <p:cNvSpPr>
            <a:spLocks noGrp="1"/>
          </p:cNvSpPr>
          <p:nvPr>
            <p:ph type="ftr" sz="quarter" idx="11"/>
          </p:nvPr>
        </p:nvSpPr>
        <p:spPr/>
        <p:txBody>
          <a:bodyPr/>
          <a:lstStyle/>
          <a:p>
            <a:pPr>
              <a:defRPr/>
            </a:pPr>
            <a:endParaRPr lang="en-US" altLang="zh-CN"/>
          </a:p>
        </p:txBody>
      </p:sp>
      <p:sp>
        <p:nvSpPr>
          <p:cNvPr id="5" name="Slide Number Placeholder 4">
            <a:extLst>
              <a:ext uri="{FF2B5EF4-FFF2-40B4-BE49-F238E27FC236}">
                <a16:creationId xmlns:a16="http://schemas.microsoft.com/office/drawing/2014/main" id="{5160FA2E-EED9-A637-453F-E684F279DD0C}"/>
              </a:ext>
            </a:extLst>
          </p:cNvPr>
          <p:cNvSpPr>
            <a:spLocks noGrp="1"/>
          </p:cNvSpPr>
          <p:nvPr>
            <p:ph type="sldNum" sz="quarter" idx="12"/>
          </p:nvPr>
        </p:nvSpPr>
        <p:spPr/>
        <p:txBody>
          <a:bodyPr/>
          <a:lstStyle/>
          <a:p>
            <a:fld id="{70D757B5-3395-4EC7-A25C-53DFE322190F}" type="slidenum">
              <a:rPr lang="en-US" altLang="zh-CN" smtClean="0"/>
              <a:pPr/>
              <a:t>‹#›</a:t>
            </a:fld>
            <a:endParaRPr lang="en-US" altLang="zh-CN"/>
          </a:p>
        </p:txBody>
      </p:sp>
    </p:spTree>
    <p:extLst>
      <p:ext uri="{BB962C8B-B14F-4D97-AF65-F5344CB8AC3E}">
        <p14:creationId xmlns:p14="http://schemas.microsoft.com/office/powerpoint/2010/main" val="1095338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9B259-19E5-0EB0-EF48-100CB50DB30A}"/>
              </a:ext>
            </a:extLst>
          </p:cNvPr>
          <p:cNvSpPr>
            <a:spLocks noGrp="1"/>
          </p:cNvSpPr>
          <p:nvPr>
            <p:ph type="dt" sz="half" idx="10"/>
          </p:nvPr>
        </p:nvSpPr>
        <p:spPr/>
        <p:txBody>
          <a:bodyPr/>
          <a:lstStyle/>
          <a:p>
            <a:pPr>
              <a:defRPr/>
            </a:pPr>
            <a:endParaRPr lang="en-US" altLang="zh-CN"/>
          </a:p>
        </p:txBody>
      </p:sp>
      <p:sp>
        <p:nvSpPr>
          <p:cNvPr id="3" name="Footer Placeholder 2">
            <a:extLst>
              <a:ext uri="{FF2B5EF4-FFF2-40B4-BE49-F238E27FC236}">
                <a16:creationId xmlns:a16="http://schemas.microsoft.com/office/drawing/2014/main" id="{E45903C8-F91D-6136-A816-CC65AF95C499}"/>
              </a:ext>
            </a:extLst>
          </p:cNvPr>
          <p:cNvSpPr>
            <a:spLocks noGrp="1"/>
          </p:cNvSpPr>
          <p:nvPr>
            <p:ph type="ftr" sz="quarter" idx="11"/>
          </p:nvPr>
        </p:nvSpPr>
        <p:spPr/>
        <p:txBody>
          <a:bodyPr/>
          <a:lstStyle/>
          <a:p>
            <a:pPr>
              <a:defRPr/>
            </a:pPr>
            <a:endParaRPr lang="en-US" altLang="zh-CN"/>
          </a:p>
        </p:txBody>
      </p:sp>
      <p:sp>
        <p:nvSpPr>
          <p:cNvPr id="4" name="Slide Number Placeholder 3">
            <a:extLst>
              <a:ext uri="{FF2B5EF4-FFF2-40B4-BE49-F238E27FC236}">
                <a16:creationId xmlns:a16="http://schemas.microsoft.com/office/drawing/2014/main" id="{7DFF5741-5C36-8EE2-67E5-A8BADC497B67}"/>
              </a:ext>
            </a:extLst>
          </p:cNvPr>
          <p:cNvSpPr>
            <a:spLocks noGrp="1"/>
          </p:cNvSpPr>
          <p:nvPr>
            <p:ph type="sldNum" sz="quarter" idx="12"/>
          </p:nvPr>
        </p:nvSpPr>
        <p:spPr/>
        <p:txBody>
          <a:bodyPr/>
          <a:lstStyle/>
          <a:p>
            <a:fld id="{03DA38B8-F8C0-4B85-A092-4472F1EEDAFC}" type="slidenum">
              <a:rPr lang="en-US" altLang="zh-CN" smtClean="0"/>
              <a:pPr/>
              <a:t>‹#›</a:t>
            </a:fld>
            <a:endParaRPr lang="en-US" altLang="zh-CN"/>
          </a:p>
        </p:txBody>
      </p:sp>
    </p:spTree>
    <p:extLst>
      <p:ext uri="{BB962C8B-B14F-4D97-AF65-F5344CB8AC3E}">
        <p14:creationId xmlns:p14="http://schemas.microsoft.com/office/powerpoint/2010/main" val="2427022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2167-3F46-9C6F-8940-41812F2B66A4}"/>
              </a:ext>
            </a:extLst>
          </p:cNvPr>
          <p:cNvSpPr>
            <a:spLocks noGrp="1"/>
          </p:cNvSpPr>
          <p:nvPr>
            <p:ph type="title"/>
          </p:nvPr>
        </p:nvSpPr>
        <p:spPr>
          <a:xfrm>
            <a:off x="2204445" y="2424007"/>
            <a:ext cx="10322122" cy="8484023"/>
          </a:xfrm>
        </p:spPr>
        <p:txBody>
          <a:bodyPr anchor="b"/>
          <a:lstStyle>
            <a:lvl1pPr>
              <a:defRPr sz="8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D4D3CF-208F-81DD-E0E8-D282571BAFF2}"/>
              </a:ext>
            </a:extLst>
          </p:cNvPr>
          <p:cNvSpPr>
            <a:spLocks noGrp="1"/>
          </p:cNvSpPr>
          <p:nvPr>
            <p:ph idx="1"/>
          </p:nvPr>
        </p:nvSpPr>
        <p:spPr>
          <a:xfrm>
            <a:off x="13605869" y="5235184"/>
            <a:ext cx="16202025" cy="25839238"/>
          </a:xfrm>
        </p:spPr>
        <p:txBody>
          <a:bodyPr/>
          <a:lstStyle>
            <a:lvl1pPr>
              <a:defRPr sz="8400"/>
            </a:lvl1pPr>
            <a:lvl2pPr>
              <a:defRPr sz="7350"/>
            </a:lvl2pPr>
            <a:lvl3pPr>
              <a:defRPr sz="6300"/>
            </a:lvl3pPr>
            <a:lvl4pPr>
              <a:defRPr sz="5250"/>
            </a:lvl4pPr>
            <a:lvl5pPr>
              <a:defRPr sz="5250"/>
            </a:lvl5pPr>
            <a:lvl6pPr>
              <a:defRPr sz="5250"/>
            </a:lvl6pPr>
            <a:lvl7pPr>
              <a:defRPr sz="5250"/>
            </a:lvl7pPr>
            <a:lvl8pPr>
              <a:defRPr sz="5250"/>
            </a:lvl8pPr>
            <a:lvl9pPr>
              <a:defRPr sz="5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B4CF0B-8D33-45C5-942D-6CD8ED9AF14A}"/>
              </a:ext>
            </a:extLst>
          </p:cNvPr>
          <p:cNvSpPr>
            <a:spLocks noGrp="1"/>
          </p:cNvSpPr>
          <p:nvPr>
            <p:ph type="body" sz="half" idx="2"/>
          </p:nvPr>
        </p:nvSpPr>
        <p:spPr>
          <a:xfrm>
            <a:off x="2204445" y="10908030"/>
            <a:ext cx="10322122" cy="20208475"/>
          </a:xfrm>
        </p:spPr>
        <p:txBody>
          <a:bodyPr/>
          <a:lstStyle>
            <a:lvl1pPr marL="0" indent="0">
              <a:buNone/>
              <a:defRPr sz="4200"/>
            </a:lvl1pPr>
            <a:lvl2pPr marL="1200150" indent="0">
              <a:buNone/>
              <a:defRPr sz="3675"/>
            </a:lvl2pPr>
            <a:lvl3pPr marL="2400300" indent="0">
              <a:buNone/>
              <a:defRPr sz="3150"/>
            </a:lvl3pPr>
            <a:lvl4pPr marL="3600450" indent="0">
              <a:buNone/>
              <a:defRPr sz="2625"/>
            </a:lvl4pPr>
            <a:lvl5pPr marL="4800600" indent="0">
              <a:buNone/>
              <a:defRPr sz="2625"/>
            </a:lvl5pPr>
            <a:lvl6pPr marL="6000750" indent="0">
              <a:buNone/>
              <a:defRPr sz="2625"/>
            </a:lvl6pPr>
            <a:lvl7pPr marL="7200900" indent="0">
              <a:buNone/>
              <a:defRPr sz="2625"/>
            </a:lvl7pPr>
            <a:lvl8pPr marL="8401050" indent="0">
              <a:buNone/>
              <a:defRPr sz="2625"/>
            </a:lvl8pPr>
            <a:lvl9pPr marL="9601200" indent="0">
              <a:buNone/>
              <a:defRPr sz="2625"/>
            </a:lvl9pPr>
          </a:lstStyle>
          <a:p>
            <a:pPr lvl="0"/>
            <a:r>
              <a:rPr lang="en-US"/>
              <a:t>Click to edit Master text styles</a:t>
            </a:r>
          </a:p>
        </p:txBody>
      </p:sp>
      <p:sp>
        <p:nvSpPr>
          <p:cNvPr id="5" name="Date Placeholder 4">
            <a:extLst>
              <a:ext uri="{FF2B5EF4-FFF2-40B4-BE49-F238E27FC236}">
                <a16:creationId xmlns:a16="http://schemas.microsoft.com/office/drawing/2014/main" id="{7CDC7606-F254-D2CB-CA03-61C76F0BFC9C}"/>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20B93458-801F-FBB7-AFD4-65B365D0AE61}"/>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24ED1A54-BCE2-C732-32ED-0E53851B7DBC}"/>
              </a:ext>
            </a:extLst>
          </p:cNvPr>
          <p:cNvSpPr>
            <a:spLocks noGrp="1"/>
          </p:cNvSpPr>
          <p:nvPr>
            <p:ph type="sldNum" sz="quarter" idx="12"/>
          </p:nvPr>
        </p:nvSpPr>
        <p:spPr/>
        <p:txBody>
          <a:bodyPr/>
          <a:lstStyle/>
          <a:p>
            <a:fld id="{BA2ED376-DFAC-423C-9B3E-7CFD32B53ECF}" type="slidenum">
              <a:rPr lang="en-US" altLang="zh-CN" smtClean="0"/>
              <a:pPr/>
              <a:t>‹#›</a:t>
            </a:fld>
            <a:endParaRPr lang="en-US" altLang="zh-CN"/>
          </a:p>
        </p:txBody>
      </p:sp>
    </p:spTree>
    <p:extLst>
      <p:ext uri="{BB962C8B-B14F-4D97-AF65-F5344CB8AC3E}">
        <p14:creationId xmlns:p14="http://schemas.microsoft.com/office/powerpoint/2010/main" val="195999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B9D6B-C901-A8E9-E61D-E9521B003E05}"/>
              </a:ext>
            </a:extLst>
          </p:cNvPr>
          <p:cNvSpPr>
            <a:spLocks noGrp="1"/>
          </p:cNvSpPr>
          <p:nvPr>
            <p:ph type="title"/>
          </p:nvPr>
        </p:nvSpPr>
        <p:spPr>
          <a:xfrm>
            <a:off x="2204445" y="2424007"/>
            <a:ext cx="10322122" cy="8484023"/>
          </a:xfrm>
        </p:spPr>
        <p:txBody>
          <a:bodyPr anchor="b"/>
          <a:lstStyle>
            <a:lvl1pPr>
              <a:defRPr sz="8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115998-7CDF-EC72-C7F2-6D83A662CF1E}"/>
              </a:ext>
            </a:extLst>
          </p:cNvPr>
          <p:cNvSpPr>
            <a:spLocks noGrp="1"/>
          </p:cNvSpPr>
          <p:nvPr>
            <p:ph type="pic" idx="1"/>
          </p:nvPr>
        </p:nvSpPr>
        <p:spPr>
          <a:xfrm>
            <a:off x="13605869" y="5235184"/>
            <a:ext cx="16202025" cy="25839238"/>
          </a:xfrm>
        </p:spPr>
        <p:txBody>
          <a:bodyPr/>
          <a:lstStyle>
            <a:lvl1pPr marL="0" indent="0">
              <a:buNone/>
              <a:defRPr sz="8400"/>
            </a:lvl1pPr>
            <a:lvl2pPr marL="1200150" indent="0">
              <a:buNone/>
              <a:defRPr sz="7350"/>
            </a:lvl2pPr>
            <a:lvl3pPr marL="2400300" indent="0">
              <a:buNone/>
              <a:defRPr sz="6300"/>
            </a:lvl3pPr>
            <a:lvl4pPr marL="3600450" indent="0">
              <a:buNone/>
              <a:defRPr sz="5250"/>
            </a:lvl4pPr>
            <a:lvl5pPr marL="4800600" indent="0">
              <a:buNone/>
              <a:defRPr sz="5250"/>
            </a:lvl5pPr>
            <a:lvl6pPr marL="6000750" indent="0">
              <a:buNone/>
              <a:defRPr sz="5250"/>
            </a:lvl6pPr>
            <a:lvl7pPr marL="7200900" indent="0">
              <a:buNone/>
              <a:defRPr sz="5250"/>
            </a:lvl7pPr>
            <a:lvl8pPr marL="8401050" indent="0">
              <a:buNone/>
              <a:defRPr sz="5250"/>
            </a:lvl8pPr>
            <a:lvl9pPr marL="9601200" indent="0">
              <a:buNone/>
              <a:defRPr sz="5250"/>
            </a:lvl9pPr>
          </a:lstStyle>
          <a:p>
            <a:endParaRPr lang="en-IN"/>
          </a:p>
        </p:txBody>
      </p:sp>
      <p:sp>
        <p:nvSpPr>
          <p:cNvPr id="4" name="Text Placeholder 3">
            <a:extLst>
              <a:ext uri="{FF2B5EF4-FFF2-40B4-BE49-F238E27FC236}">
                <a16:creationId xmlns:a16="http://schemas.microsoft.com/office/drawing/2014/main" id="{B36BEE82-604B-98D0-9315-323C8A373C40}"/>
              </a:ext>
            </a:extLst>
          </p:cNvPr>
          <p:cNvSpPr>
            <a:spLocks noGrp="1"/>
          </p:cNvSpPr>
          <p:nvPr>
            <p:ph type="body" sz="half" idx="2"/>
          </p:nvPr>
        </p:nvSpPr>
        <p:spPr>
          <a:xfrm>
            <a:off x="2204445" y="10908030"/>
            <a:ext cx="10322122" cy="20208475"/>
          </a:xfrm>
        </p:spPr>
        <p:txBody>
          <a:bodyPr/>
          <a:lstStyle>
            <a:lvl1pPr marL="0" indent="0">
              <a:buNone/>
              <a:defRPr sz="4200"/>
            </a:lvl1pPr>
            <a:lvl2pPr marL="1200150" indent="0">
              <a:buNone/>
              <a:defRPr sz="3675"/>
            </a:lvl2pPr>
            <a:lvl3pPr marL="2400300" indent="0">
              <a:buNone/>
              <a:defRPr sz="3150"/>
            </a:lvl3pPr>
            <a:lvl4pPr marL="3600450" indent="0">
              <a:buNone/>
              <a:defRPr sz="2625"/>
            </a:lvl4pPr>
            <a:lvl5pPr marL="4800600" indent="0">
              <a:buNone/>
              <a:defRPr sz="2625"/>
            </a:lvl5pPr>
            <a:lvl6pPr marL="6000750" indent="0">
              <a:buNone/>
              <a:defRPr sz="2625"/>
            </a:lvl6pPr>
            <a:lvl7pPr marL="7200900" indent="0">
              <a:buNone/>
              <a:defRPr sz="2625"/>
            </a:lvl7pPr>
            <a:lvl8pPr marL="8401050" indent="0">
              <a:buNone/>
              <a:defRPr sz="2625"/>
            </a:lvl8pPr>
            <a:lvl9pPr marL="9601200" indent="0">
              <a:buNone/>
              <a:defRPr sz="2625"/>
            </a:lvl9pPr>
          </a:lstStyle>
          <a:p>
            <a:pPr lvl="0"/>
            <a:r>
              <a:rPr lang="en-US"/>
              <a:t>Click to edit Master text styles</a:t>
            </a:r>
          </a:p>
        </p:txBody>
      </p:sp>
      <p:sp>
        <p:nvSpPr>
          <p:cNvPr id="5" name="Date Placeholder 4">
            <a:extLst>
              <a:ext uri="{FF2B5EF4-FFF2-40B4-BE49-F238E27FC236}">
                <a16:creationId xmlns:a16="http://schemas.microsoft.com/office/drawing/2014/main" id="{C2C8BA8B-D97E-1F36-800A-AF7940B714A7}"/>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F8782180-9585-75B4-3269-42885158A204}"/>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2094D923-A223-B054-AC90-4001182D2098}"/>
              </a:ext>
            </a:extLst>
          </p:cNvPr>
          <p:cNvSpPr>
            <a:spLocks noGrp="1"/>
          </p:cNvSpPr>
          <p:nvPr>
            <p:ph type="sldNum" sz="quarter" idx="12"/>
          </p:nvPr>
        </p:nvSpPr>
        <p:spPr/>
        <p:txBody>
          <a:bodyPr/>
          <a:lstStyle/>
          <a:p>
            <a:fld id="{59CD2008-6B2E-4E35-B5DB-FCAB12E44FEF}" type="slidenum">
              <a:rPr lang="en-US" altLang="zh-CN" smtClean="0"/>
              <a:pPr/>
              <a:t>‹#›</a:t>
            </a:fld>
            <a:endParaRPr lang="en-US" altLang="zh-CN"/>
          </a:p>
        </p:txBody>
      </p:sp>
    </p:spTree>
    <p:extLst>
      <p:ext uri="{BB962C8B-B14F-4D97-AF65-F5344CB8AC3E}">
        <p14:creationId xmlns:p14="http://schemas.microsoft.com/office/powerpoint/2010/main" val="3143243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D58F4-FB85-BD70-189A-D483A05C83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22E61F-88D4-FB2E-CD44-27B7EDDB69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6EBA1D-1581-F9B7-303F-BFB6B6AABB2E}"/>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B97BD1FE-CC62-9FAD-60D8-06F84651A6E7}"/>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C2B0F1E9-98D1-300D-FDC9-83E4112122AC}"/>
              </a:ext>
            </a:extLst>
          </p:cNvPr>
          <p:cNvSpPr>
            <a:spLocks noGrp="1"/>
          </p:cNvSpPr>
          <p:nvPr>
            <p:ph type="sldNum" sz="quarter" idx="12"/>
          </p:nvPr>
        </p:nvSpPr>
        <p:spPr/>
        <p:txBody>
          <a:bodyPr/>
          <a:lstStyle/>
          <a:p>
            <a:fld id="{D4D3706F-022A-4C06-A89D-CC6518B0B387}" type="slidenum">
              <a:rPr lang="en-US" altLang="zh-CN" smtClean="0"/>
              <a:pPr/>
              <a:t>‹#›</a:t>
            </a:fld>
            <a:endParaRPr lang="en-US" altLang="zh-CN"/>
          </a:p>
        </p:txBody>
      </p:sp>
    </p:spTree>
    <p:extLst>
      <p:ext uri="{BB962C8B-B14F-4D97-AF65-F5344CB8AC3E}">
        <p14:creationId xmlns:p14="http://schemas.microsoft.com/office/powerpoint/2010/main" val="3653601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3AC68F-C7DE-4CB6-EFB6-70133B634748}"/>
              </a:ext>
            </a:extLst>
          </p:cNvPr>
          <p:cNvSpPr>
            <a:spLocks noGrp="1"/>
          </p:cNvSpPr>
          <p:nvPr>
            <p:ph type="title" orient="vert"/>
          </p:nvPr>
        </p:nvSpPr>
        <p:spPr>
          <a:xfrm>
            <a:off x="22902862" y="1935839"/>
            <a:ext cx="6900863" cy="30813504"/>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06446E-371E-0A13-C193-A383F1CF0BC1}"/>
              </a:ext>
            </a:extLst>
          </p:cNvPr>
          <p:cNvSpPr>
            <a:spLocks noGrp="1"/>
          </p:cNvSpPr>
          <p:nvPr>
            <p:ph type="body" orient="vert" idx="1"/>
          </p:nvPr>
        </p:nvSpPr>
        <p:spPr>
          <a:xfrm>
            <a:off x="2200275" y="1935839"/>
            <a:ext cx="20302538" cy="308135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9589AC-01D3-F8AF-A550-2BA4E8C15EF3}"/>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5E78A061-59CE-E4D6-B72F-FD8D06E3259D}"/>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08F990BD-2A94-5EDF-74C2-6FD0F3032231}"/>
              </a:ext>
            </a:extLst>
          </p:cNvPr>
          <p:cNvSpPr>
            <a:spLocks noGrp="1"/>
          </p:cNvSpPr>
          <p:nvPr>
            <p:ph type="sldNum" sz="quarter" idx="12"/>
          </p:nvPr>
        </p:nvSpPr>
        <p:spPr/>
        <p:txBody>
          <a:bodyPr/>
          <a:lstStyle/>
          <a:p>
            <a:fld id="{686FC460-F9B2-4FAC-8639-76A81A2F1E07}" type="slidenum">
              <a:rPr lang="en-US" altLang="zh-CN" smtClean="0"/>
              <a:pPr/>
              <a:t>‹#›</a:t>
            </a:fld>
            <a:endParaRPr lang="en-US" altLang="zh-CN"/>
          </a:p>
        </p:txBody>
      </p:sp>
    </p:spTree>
    <p:extLst>
      <p:ext uri="{BB962C8B-B14F-4D97-AF65-F5344CB8AC3E}">
        <p14:creationId xmlns:p14="http://schemas.microsoft.com/office/powerpoint/2010/main" val="1313932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383A7-5145-A042-931A-E7F3E78679BC}"/>
              </a:ext>
            </a:extLst>
          </p:cNvPr>
          <p:cNvSpPr>
            <a:spLocks noGrp="1"/>
          </p:cNvSpPr>
          <p:nvPr>
            <p:ph type="title"/>
          </p:nvPr>
        </p:nvSpPr>
        <p:spPr>
          <a:xfrm>
            <a:off x="2200275" y="1935841"/>
            <a:ext cx="27603450" cy="7027939"/>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F06325-3E39-5C52-43FD-5F80F8534321}"/>
              </a:ext>
            </a:extLst>
          </p:cNvPr>
          <p:cNvSpPr>
            <a:spLocks noGrp="1"/>
          </p:cNvSpPr>
          <p:nvPr>
            <p:ph type="body" idx="1"/>
          </p:nvPr>
        </p:nvSpPr>
        <p:spPr>
          <a:xfrm>
            <a:off x="2200275" y="9679194"/>
            <a:ext cx="27603450" cy="230701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B9A6AD-3B57-E5C3-EAB5-31CEBBF85DEB}"/>
              </a:ext>
            </a:extLst>
          </p:cNvPr>
          <p:cNvSpPr>
            <a:spLocks noGrp="1"/>
          </p:cNvSpPr>
          <p:nvPr>
            <p:ph type="dt" sz="half" idx="2"/>
          </p:nvPr>
        </p:nvSpPr>
        <p:spPr>
          <a:xfrm>
            <a:off x="2200275" y="33700428"/>
            <a:ext cx="7200900" cy="1935839"/>
          </a:xfrm>
          <a:prstGeom prst="rect">
            <a:avLst/>
          </a:prstGeom>
        </p:spPr>
        <p:txBody>
          <a:bodyPr vert="horz" lIns="91440" tIns="45720" rIns="91440" bIns="45720" rtlCol="0" anchor="ctr"/>
          <a:lstStyle>
            <a:lvl1pPr algn="l">
              <a:defRPr sz="3150">
                <a:solidFill>
                  <a:schemeClr val="tx1">
                    <a:tint val="7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EDC7D529-E5FD-13BE-6F58-91565EF2BF27}"/>
              </a:ext>
            </a:extLst>
          </p:cNvPr>
          <p:cNvSpPr>
            <a:spLocks noGrp="1"/>
          </p:cNvSpPr>
          <p:nvPr>
            <p:ph type="ftr" sz="quarter" idx="3"/>
          </p:nvPr>
        </p:nvSpPr>
        <p:spPr>
          <a:xfrm>
            <a:off x="10601325" y="33700428"/>
            <a:ext cx="10801350" cy="1935839"/>
          </a:xfrm>
          <a:prstGeom prst="rect">
            <a:avLst/>
          </a:prstGeom>
        </p:spPr>
        <p:txBody>
          <a:bodyPr vert="horz" lIns="91440" tIns="45720" rIns="91440" bIns="45720" rtlCol="0" anchor="ctr"/>
          <a:lstStyle>
            <a:lvl1pPr algn="ctr">
              <a:defRPr sz="3150">
                <a:solidFill>
                  <a:schemeClr val="tx1">
                    <a:tint val="7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7FD0D7D2-D5C8-EEA4-91BF-44E4FA2E193A}"/>
              </a:ext>
            </a:extLst>
          </p:cNvPr>
          <p:cNvSpPr>
            <a:spLocks noGrp="1"/>
          </p:cNvSpPr>
          <p:nvPr>
            <p:ph type="sldNum" sz="quarter" idx="4"/>
          </p:nvPr>
        </p:nvSpPr>
        <p:spPr>
          <a:xfrm>
            <a:off x="22602825" y="33700428"/>
            <a:ext cx="7200900" cy="1935839"/>
          </a:xfrm>
          <a:prstGeom prst="rect">
            <a:avLst/>
          </a:prstGeom>
        </p:spPr>
        <p:txBody>
          <a:bodyPr vert="horz" lIns="91440" tIns="45720" rIns="91440" bIns="45720" rtlCol="0" anchor="ctr"/>
          <a:lstStyle>
            <a:lvl1pPr algn="r">
              <a:defRPr sz="3150">
                <a:solidFill>
                  <a:schemeClr val="tx1">
                    <a:tint val="75000"/>
                  </a:schemeClr>
                </a:solidFill>
              </a:defRPr>
            </a:lvl1p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2783803302"/>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l" defTabSz="2400300" rtl="0" eaLnBrk="1" latinLnBrk="0" hangingPunct="1">
        <a:lnSpc>
          <a:spcPct val="90000"/>
        </a:lnSpc>
        <a:spcBef>
          <a:spcPct val="0"/>
        </a:spcBef>
        <a:buNone/>
        <a:defRPr sz="11550" kern="1200">
          <a:solidFill>
            <a:schemeClr val="tx1"/>
          </a:solidFill>
          <a:latin typeface="+mj-lt"/>
          <a:ea typeface="+mj-ea"/>
          <a:cs typeface="+mj-cs"/>
        </a:defRPr>
      </a:lvl1pPr>
    </p:titleStyle>
    <p:bodyStyle>
      <a:lvl1pPr marL="600075" indent="-600075" algn="l" defTabSz="2400300" rtl="0" eaLnBrk="1" latinLnBrk="0" hangingPunct="1">
        <a:lnSpc>
          <a:spcPct val="90000"/>
        </a:lnSpc>
        <a:spcBef>
          <a:spcPts val="2625"/>
        </a:spcBef>
        <a:buFont typeface="Arial" panose="020B0604020202020204" pitchFamily="34" charset="0"/>
        <a:buChar char="•"/>
        <a:defRPr sz="7350" kern="1200">
          <a:solidFill>
            <a:schemeClr val="tx1"/>
          </a:solidFill>
          <a:latin typeface="+mn-lt"/>
          <a:ea typeface="+mn-ea"/>
          <a:cs typeface="+mn-cs"/>
        </a:defRPr>
      </a:lvl1pPr>
      <a:lvl2pPr marL="1800225" indent="-600075" algn="l" defTabSz="2400300" rtl="0" eaLnBrk="1" latinLnBrk="0" hangingPunct="1">
        <a:lnSpc>
          <a:spcPct val="90000"/>
        </a:lnSpc>
        <a:spcBef>
          <a:spcPts val="1313"/>
        </a:spcBef>
        <a:buFont typeface="Arial" panose="020B0604020202020204" pitchFamily="34" charset="0"/>
        <a:buChar char="•"/>
        <a:defRPr sz="6300" kern="1200">
          <a:solidFill>
            <a:schemeClr val="tx1"/>
          </a:solidFill>
          <a:latin typeface="+mn-lt"/>
          <a:ea typeface="+mn-ea"/>
          <a:cs typeface="+mn-cs"/>
        </a:defRPr>
      </a:lvl2pPr>
      <a:lvl3pPr marL="3000375" indent="-600075" algn="l" defTabSz="2400300" rtl="0" eaLnBrk="1" latinLnBrk="0" hangingPunct="1">
        <a:lnSpc>
          <a:spcPct val="90000"/>
        </a:lnSpc>
        <a:spcBef>
          <a:spcPts val="1313"/>
        </a:spcBef>
        <a:buFont typeface="Arial" panose="020B0604020202020204" pitchFamily="34" charset="0"/>
        <a:buChar char="•"/>
        <a:defRPr sz="5250" kern="1200">
          <a:solidFill>
            <a:schemeClr val="tx1"/>
          </a:solidFill>
          <a:latin typeface="+mn-lt"/>
          <a:ea typeface="+mn-ea"/>
          <a:cs typeface="+mn-cs"/>
        </a:defRPr>
      </a:lvl3pPr>
      <a:lvl4pPr marL="42005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4pPr>
      <a:lvl5pPr marL="54006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5pPr>
      <a:lvl6pPr marL="66008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6pPr>
      <a:lvl7pPr marL="78009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7pPr>
      <a:lvl8pPr marL="90011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8pPr>
      <a:lvl9pPr marL="102012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9pPr>
    </p:bodyStyle>
    <p:otherStyle>
      <a:defPPr>
        <a:defRPr lang="en-US"/>
      </a:defPPr>
      <a:lvl1pPr marL="0" algn="l" defTabSz="2400300" rtl="0" eaLnBrk="1" latinLnBrk="0" hangingPunct="1">
        <a:defRPr sz="4725" kern="1200">
          <a:solidFill>
            <a:schemeClr val="tx1"/>
          </a:solidFill>
          <a:latin typeface="+mn-lt"/>
          <a:ea typeface="+mn-ea"/>
          <a:cs typeface="+mn-cs"/>
        </a:defRPr>
      </a:lvl1pPr>
      <a:lvl2pPr marL="1200150" algn="l" defTabSz="2400300" rtl="0" eaLnBrk="1" latinLnBrk="0" hangingPunct="1">
        <a:defRPr sz="4725" kern="1200">
          <a:solidFill>
            <a:schemeClr val="tx1"/>
          </a:solidFill>
          <a:latin typeface="+mn-lt"/>
          <a:ea typeface="+mn-ea"/>
          <a:cs typeface="+mn-cs"/>
        </a:defRPr>
      </a:lvl2pPr>
      <a:lvl3pPr marL="2400300" algn="l" defTabSz="2400300" rtl="0" eaLnBrk="1" latinLnBrk="0" hangingPunct="1">
        <a:defRPr sz="4725" kern="1200">
          <a:solidFill>
            <a:schemeClr val="tx1"/>
          </a:solidFill>
          <a:latin typeface="+mn-lt"/>
          <a:ea typeface="+mn-ea"/>
          <a:cs typeface="+mn-cs"/>
        </a:defRPr>
      </a:lvl3pPr>
      <a:lvl4pPr marL="3600450" algn="l" defTabSz="2400300" rtl="0" eaLnBrk="1" latinLnBrk="0" hangingPunct="1">
        <a:defRPr sz="4725" kern="1200">
          <a:solidFill>
            <a:schemeClr val="tx1"/>
          </a:solidFill>
          <a:latin typeface="+mn-lt"/>
          <a:ea typeface="+mn-ea"/>
          <a:cs typeface="+mn-cs"/>
        </a:defRPr>
      </a:lvl4pPr>
      <a:lvl5pPr marL="4800600" algn="l" defTabSz="2400300" rtl="0" eaLnBrk="1" latinLnBrk="0" hangingPunct="1">
        <a:defRPr sz="4725" kern="1200">
          <a:solidFill>
            <a:schemeClr val="tx1"/>
          </a:solidFill>
          <a:latin typeface="+mn-lt"/>
          <a:ea typeface="+mn-ea"/>
          <a:cs typeface="+mn-cs"/>
        </a:defRPr>
      </a:lvl5pPr>
      <a:lvl6pPr marL="6000750" algn="l" defTabSz="2400300" rtl="0" eaLnBrk="1" latinLnBrk="0" hangingPunct="1">
        <a:defRPr sz="4725" kern="1200">
          <a:solidFill>
            <a:schemeClr val="tx1"/>
          </a:solidFill>
          <a:latin typeface="+mn-lt"/>
          <a:ea typeface="+mn-ea"/>
          <a:cs typeface="+mn-cs"/>
        </a:defRPr>
      </a:lvl6pPr>
      <a:lvl7pPr marL="7200900" algn="l" defTabSz="2400300" rtl="0" eaLnBrk="1" latinLnBrk="0" hangingPunct="1">
        <a:defRPr sz="4725" kern="1200">
          <a:solidFill>
            <a:schemeClr val="tx1"/>
          </a:solidFill>
          <a:latin typeface="+mn-lt"/>
          <a:ea typeface="+mn-ea"/>
          <a:cs typeface="+mn-cs"/>
        </a:defRPr>
      </a:lvl7pPr>
      <a:lvl8pPr marL="8401050" algn="l" defTabSz="2400300" rtl="0" eaLnBrk="1" latinLnBrk="0" hangingPunct="1">
        <a:defRPr sz="4725" kern="1200">
          <a:solidFill>
            <a:schemeClr val="tx1"/>
          </a:solidFill>
          <a:latin typeface="+mn-lt"/>
          <a:ea typeface="+mn-ea"/>
          <a:cs typeface="+mn-cs"/>
        </a:defRPr>
      </a:lvl8pPr>
      <a:lvl9pPr marL="9601200" algn="l" defTabSz="2400300" rtl="0" eaLnBrk="1" latinLnBrk="0" hangingPunct="1">
        <a:defRPr sz="47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76E770-5D0E-2139-C0DA-8CD410A9AB12}"/>
              </a:ext>
            </a:extLst>
          </p:cNvPr>
          <p:cNvSpPr txBox="1"/>
          <p:nvPr/>
        </p:nvSpPr>
        <p:spPr>
          <a:xfrm>
            <a:off x="226185" y="5341402"/>
            <a:ext cx="6104428" cy="938719"/>
          </a:xfrm>
          <a:prstGeom prst="rect">
            <a:avLst/>
          </a:prstGeom>
          <a:noFill/>
        </p:spPr>
        <p:txBody>
          <a:bodyPr wrap="none" rtlCol="0">
            <a:spAutoFit/>
          </a:bodyPr>
          <a:lstStyle/>
          <a:p>
            <a:r>
              <a:rPr lang="en-IN" sz="5500" dirty="0"/>
              <a:t>Insert your text Here</a:t>
            </a:r>
          </a:p>
        </p:txBody>
      </p:sp>
      <p:sp>
        <p:nvSpPr>
          <p:cNvPr id="24" name="TextBox 23">
            <a:extLst>
              <a:ext uri="{FF2B5EF4-FFF2-40B4-BE49-F238E27FC236}">
                <a16:creationId xmlns:a16="http://schemas.microsoft.com/office/drawing/2014/main" id="{230414B0-D3BD-17EC-53D9-23D7F68E17C3}"/>
              </a:ext>
            </a:extLst>
          </p:cNvPr>
          <p:cNvSpPr txBox="1"/>
          <p:nvPr/>
        </p:nvSpPr>
        <p:spPr>
          <a:xfrm>
            <a:off x="348508" y="19230032"/>
            <a:ext cx="6104428" cy="938719"/>
          </a:xfrm>
          <a:prstGeom prst="rect">
            <a:avLst/>
          </a:prstGeom>
          <a:noFill/>
        </p:spPr>
        <p:txBody>
          <a:bodyPr wrap="none" rtlCol="0">
            <a:spAutoFit/>
          </a:bodyPr>
          <a:lstStyle/>
          <a:p>
            <a:r>
              <a:rPr lang="en-IN" sz="5500" dirty="0"/>
              <a:t>Insert your text Here</a:t>
            </a:r>
          </a:p>
        </p:txBody>
      </p:sp>
      <p:sp>
        <p:nvSpPr>
          <p:cNvPr id="26" name="TextBox 25">
            <a:extLst>
              <a:ext uri="{FF2B5EF4-FFF2-40B4-BE49-F238E27FC236}">
                <a16:creationId xmlns:a16="http://schemas.microsoft.com/office/drawing/2014/main" id="{574C18CB-4DC5-8CB0-1347-EAA58038E24A}"/>
              </a:ext>
            </a:extLst>
          </p:cNvPr>
          <p:cNvSpPr txBox="1"/>
          <p:nvPr/>
        </p:nvSpPr>
        <p:spPr>
          <a:xfrm>
            <a:off x="11148182" y="5341402"/>
            <a:ext cx="6104428" cy="938719"/>
          </a:xfrm>
          <a:prstGeom prst="rect">
            <a:avLst/>
          </a:prstGeom>
          <a:noFill/>
        </p:spPr>
        <p:txBody>
          <a:bodyPr wrap="none" rtlCol="0">
            <a:spAutoFit/>
          </a:bodyPr>
          <a:lstStyle/>
          <a:p>
            <a:r>
              <a:rPr lang="en-IN" sz="5500" dirty="0"/>
              <a:t>Insert your text Here</a:t>
            </a:r>
          </a:p>
        </p:txBody>
      </p:sp>
      <p:sp>
        <p:nvSpPr>
          <p:cNvPr id="28" name="TextBox 27">
            <a:extLst>
              <a:ext uri="{FF2B5EF4-FFF2-40B4-BE49-F238E27FC236}">
                <a16:creationId xmlns:a16="http://schemas.microsoft.com/office/drawing/2014/main" id="{5909496C-6BB1-7E9C-7EE6-4AB8CB0E9AA0}"/>
              </a:ext>
            </a:extLst>
          </p:cNvPr>
          <p:cNvSpPr txBox="1"/>
          <p:nvPr/>
        </p:nvSpPr>
        <p:spPr>
          <a:xfrm>
            <a:off x="21488398" y="5341402"/>
            <a:ext cx="6104428" cy="938719"/>
          </a:xfrm>
          <a:prstGeom prst="rect">
            <a:avLst/>
          </a:prstGeom>
          <a:noFill/>
        </p:spPr>
        <p:txBody>
          <a:bodyPr wrap="none" rtlCol="0">
            <a:spAutoFit/>
          </a:bodyPr>
          <a:lstStyle/>
          <a:p>
            <a:r>
              <a:rPr lang="en-IN" sz="5500" dirty="0"/>
              <a:t>Insert your text Here</a:t>
            </a:r>
          </a:p>
        </p:txBody>
      </p:sp>
      <p:sp>
        <p:nvSpPr>
          <p:cNvPr id="30" name="TextBox 29">
            <a:extLst>
              <a:ext uri="{FF2B5EF4-FFF2-40B4-BE49-F238E27FC236}">
                <a16:creationId xmlns:a16="http://schemas.microsoft.com/office/drawing/2014/main" id="{4F64F2CD-6919-0659-0452-9C53AB1D7206}"/>
              </a:ext>
            </a:extLst>
          </p:cNvPr>
          <p:cNvSpPr txBox="1"/>
          <p:nvPr/>
        </p:nvSpPr>
        <p:spPr>
          <a:xfrm>
            <a:off x="11125200" y="25647650"/>
            <a:ext cx="6104428" cy="938719"/>
          </a:xfrm>
          <a:prstGeom prst="rect">
            <a:avLst/>
          </a:prstGeom>
          <a:noFill/>
        </p:spPr>
        <p:txBody>
          <a:bodyPr wrap="none" rtlCol="0">
            <a:spAutoFit/>
          </a:bodyPr>
          <a:lstStyle/>
          <a:p>
            <a:r>
              <a:rPr lang="en-IN" sz="5500" dirty="0"/>
              <a:t>Insert your text Here</a:t>
            </a:r>
          </a:p>
        </p:txBody>
      </p:sp>
      <p:grpSp>
        <p:nvGrpSpPr>
          <p:cNvPr id="33" name="Group 32">
            <a:extLst>
              <a:ext uri="{FF2B5EF4-FFF2-40B4-BE49-F238E27FC236}">
                <a16:creationId xmlns:a16="http://schemas.microsoft.com/office/drawing/2014/main" id="{28DD590F-761F-34F1-DE44-8F578D98F820}"/>
              </a:ext>
            </a:extLst>
          </p:cNvPr>
          <p:cNvGrpSpPr/>
          <p:nvPr/>
        </p:nvGrpSpPr>
        <p:grpSpPr>
          <a:xfrm>
            <a:off x="-1950313" y="-249469"/>
            <a:ext cx="33977587" cy="36360098"/>
            <a:chOff x="-1973587" y="1"/>
            <a:chExt cx="33977587" cy="36360098"/>
          </a:xfrm>
        </p:grpSpPr>
        <p:sp>
          <p:nvSpPr>
            <p:cNvPr id="12" name="Rectangle 11">
              <a:extLst>
                <a:ext uri="{FF2B5EF4-FFF2-40B4-BE49-F238E27FC236}">
                  <a16:creationId xmlns:a16="http://schemas.microsoft.com/office/drawing/2014/main" id="{FD4A362A-FBD5-E7E4-F5BF-7C1838844648}"/>
                </a:ext>
              </a:extLst>
            </p:cNvPr>
            <p:cNvSpPr/>
            <p:nvPr/>
          </p:nvSpPr>
          <p:spPr>
            <a:xfrm>
              <a:off x="0" y="2842026"/>
              <a:ext cx="32004000" cy="3351807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600" dirty="0"/>
            </a:p>
          </p:txBody>
        </p:sp>
        <p:sp>
          <p:nvSpPr>
            <p:cNvPr id="7" name="Rectangle 6">
              <a:extLst>
                <a:ext uri="{FF2B5EF4-FFF2-40B4-BE49-F238E27FC236}">
                  <a16:creationId xmlns:a16="http://schemas.microsoft.com/office/drawing/2014/main" id="{FA4C99A5-2D2A-0664-FDD2-FFD52F55F8C4}"/>
                </a:ext>
              </a:extLst>
            </p:cNvPr>
            <p:cNvSpPr/>
            <p:nvPr/>
          </p:nvSpPr>
          <p:spPr>
            <a:xfrm>
              <a:off x="0" y="1"/>
              <a:ext cx="32004000" cy="284202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Box 16">
              <a:extLst>
                <a:ext uri="{FF2B5EF4-FFF2-40B4-BE49-F238E27FC236}">
                  <a16:creationId xmlns:a16="http://schemas.microsoft.com/office/drawing/2014/main" id="{6A33F464-D1AA-71BD-E8E8-9E623AA4F989}"/>
                </a:ext>
              </a:extLst>
            </p:cNvPr>
            <p:cNvSpPr txBox="1">
              <a:spLocks noChangeArrowheads="1"/>
            </p:cNvSpPr>
            <p:nvPr/>
          </p:nvSpPr>
          <p:spPr bwMode="auto">
            <a:xfrm>
              <a:off x="9906000" y="503481"/>
              <a:ext cx="12268200" cy="260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spcBef>
                  <a:spcPts val="0"/>
                </a:spcBef>
              </a:pPr>
              <a:r>
                <a:rPr lang="en-US" altLang="zh-CN" sz="6000" baseline="0" dirty="0">
                  <a:latin typeface="Poppins" panose="00000500000000000000" pitchFamily="2" charset="0"/>
                  <a:ea typeface="SimSun" pitchFamily="2" charset="-122"/>
                  <a:cs typeface="Poppins" panose="00000500000000000000" pitchFamily="2" charset="0"/>
                </a:rPr>
                <a:t>[VISUAL SLAM BASED AUTONOMOUS ROBOT]</a:t>
              </a:r>
            </a:p>
            <a:p>
              <a:pPr algn="ctr" eaLnBrk="1" hangingPunct="1">
                <a:spcBef>
                  <a:spcPts val="0"/>
                </a:spcBef>
              </a:pPr>
              <a:endParaRPr lang="en-US" altLang="zh-CN" sz="4521" baseline="0" dirty="0">
                <a:latin typeface="Poppins" panose="00000500000000000000" pitchFamily="2" charset="0"/>
                <a:ea typeface="SimSun" pitchFamily="2" charset="-122"/>
                <a:cs typeface="Poppins" panose="00000500000000000000" pitchFamily="2" charset="0"/>
              </a:endParaRPr>
            </a:p>
          </p:txBody>
        </p:sp>
        <p:sp>
          <p:nvSpPr>
            <p:cNvPr id="3" name="Text Box 18">
              <a:extLst>
                <a:ext uri="{FF2B5EF4-FFF2-40B4-BE49-F238E27FC236}">
                  <a16:creationId xmlns:a16="http://schemas.microsoft.com/office/drawing/2014/main" id="{690F19EB-303E-AEB7-52BB-F28B25A828BC}"/>
                </a:ext>
              </a:extLst>
            </p:cNvPr>
            <p:cNvSpPr txBox="1">
              <a:spLocks noChangeArrowheads="1"/>
            </p:cNvSpPr>
            <p:nvPr/>
          </p:nvSpPr>
          <p:spPr bwMode="auto">
            <a:xfrm>
              <a:off x="2763791" y="30316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6" name="Text Box 18">
              <a:extLst>
                <a:ext uri="{FF2B5EF4-FFF2-40B4-BE49-F238E27FC236}">
                  <a16:creationId xmlns:a16="http://schemas.microsoft.com/office/drawing/2014/main" id="{2B204EB5-8496-83FD-C136-E3683E982639}"/>
                </a:ext>
              </a:extLst>
            </p:cNvPr>
            <p:cNvSpPr txBox="1">
              <a:spLocks noChangeArrowheads="1"/>
            </p:cNvSpPr>
            <p:nvPr/>
          </p:nvSpPr>
          <p:spPr bwMode="auto">
            <a:xfrm>
              <a:off x="-1973587" y="3544449"/>
              <a:ext cx="12748674" cy="53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4500" baseline="0" dirty="0">
                  <a:latin typeface="Poppins" panose="00000500000000000000" pitchFamily="2" charset="0"/>
                  <a:ea typeface="SimSun" pitchFamily="2" charset="-122"/>
                  <a:cs typeface="Poppins" panose="00000500000000000000" pitchFamily="2" charset="0"/>
                </a:rPr>
                <a:t>H.J.JAYATHEERTHA </a:t>
              </a:r>
            </a:p>
          </p:txBody>
        </p:sp>
        <p:pic>
          <p:nvPicPr>
            <p:cNvPr id="9" name="Picture 8">
              <a:extLst>
                <a:ext uri="{FF2B5EF4-FFF2-40B4-BE49-F238E27FC236}">
                  <a16:creationId xmlns:a16="http://schemas.microsoft.com/office/drawing/2014/main" id="{CB6A3E1D-AD94-7507-6722-766540D985C6}"/>
                </a:ext>
              </a:extLst>
            </p:cNvPr>
            <p:cNvPicPr>
              <a:picLocks noChangeAspect="1"/>
            </p:cNvPicPr>
            <p:nvPr/>
          </p:nvPicPr>
          <p:blipFill>
            <a:blip r:embed="rId2"/>
            <a:stretch>
              <a:fillRect/>
            </a:stretch>
          </p:blipFill>
          <p:spPr>
            <a:xfrm>
              <a:off x="200785" y="513691"/>
              <a:ext cx="4169868" cy="1845973"/>
            </a:xfrm>
            <a:prstGeom prst="rect">
              <a:avLst/>
            </a:prstGeom>
          </p:spPr>
        </p:pic>
        <p:sp>
          <p:nvSpPr>
            <p:cNvPr id="14" name="Rectangle: Rounded Corners 13">
              <a:extLst>
                <a:ext uri="{FF2B5EF4-FFF2-40B4-BE49-F238E27FC236}">
                  <a16:creationId xmlns:a16="http://schemas.microsoft.com/office/drawing/2014/main" id="{0F391B89-288B-55E3-59B4-96DD91436B8B}"/>
                </a:ext>
              </a:extLst>
            </p:cNvPr>
            <p:cNvSpPr/>
            <p:nvPr/>
          </p:nvSpPr>
          <p:spPr>
            <a:xfrm>
              <a:off x="200785" y="4489851"/>
              <a:ext cx="10391013" cy="13154693"/>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F0006A55-82E5-5FDD-4A12-734471761870}"/>
                </a:ext>
              </a:extLst>
            </p:cNvPr>
            <p:cNvSpPr/>
            <p:nvPr/>
          </p:nvSpPr>
          <p:spPr>
            <a:xfrm>
              <a:off x="200785" y="17951449"/>
              <a:ext cx="10391013" cy="18088307"/>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4C8347B-1787-16B7-F344-B2442882627C}"/>
                </a:ext>
              </a:extLst>
            </p:cNvPr>
            <p:cNvSpPr/>
            <p:nvPr/>
          </p:nvSpPr>
          <p:spPr>
            <a:xfrm>
              <a:off x="10896600" y="5300500"/>
              <a:ext cx="9857616" cy="19083549"/>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84844E32-52C4-C98F-4E3C-FF1609C7EBC7}"/>
                </a:ext>
              </a:extLst>
            </p:cNvPr>
            <p:cNvSpPr/>
            <p:nvPr/>
          </p:nvSpPr>
          <p:spPr>
            <a:xfrm>
              <a:off x="21059018" y="5313706"/>
              <a:ext cx="10515597" cy="19070343"/>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51C7DBA8-B523-3CEF-F0A0-D21A8317C1B8}"/>
                </a:ext>
              </a:extLst>
            </p:cNvPr>
            <p:cNvSpPr/>
            <p:nvPr/>
          </p:nvSpPr>
          <p:spPr>
            <a:xfrm>
              <a:off x="10896600" y="31074838"/>
              <a:ext cx="20678015" cy="4964917"/>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56456D07-662D-81A0-41A8-A827A4F743A7}"/>
                </a:ext>
              </a:extLst>
            </p:cNvPr>
            <p:cNvSpPr/>
            <p:nvPr/>
          </p:nvSpPr>
          <p:spPr>
            <a:xfrm>
              <a:off x="10896600" y="24704392"/>
              <a:ext cx="20678015" cy="6050104"/>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 Box 18">
              <a:extLst>
                <a:ext uri="{FF2B5EF4-FFF2-40B4-BE49-F238E27FC236}">
                  <a16:creationId xmlns:a16="http://schemas.microsoft.com/office/drawing/2014/main" id="{29D071B0-8C1C-D71C-5C5D-1B2ABBC08C97}"/>
                </a:ext>
              </a:extLst>
            </p:cNvPr>
            <p:cNvSpPr txBox="1">
              <a:spLocks noChangeArrowheads="1"/>
            </p:cNvSpPr>
            <p:nvPr/>
          </p:nvSpPr>
          <p:spPr bwMode="auto">
            <a:xfrm>
              <a:off x="2916191" y="3260340"/>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21" name="TextBox 20">
              <a:extLst>
                <a:ext uri="{FF2B5EF4-FFF2-40B4-BE49-F238E27FC236}">
                  <a16:creationId xmlns:a16="http://schemas.microsoft.com/office/drawing/2014/main" id="{D759992F-D3CE-1ADE-F378-14B9B5E09BDA}"/>
                </a:ext>
              </a:extLst>
            </p:cNvPr>
            <p:cNvSpPr txBox="1"/>
            <p:nvPr/>
          </p:nvSpPr>
          <p:spPr>
            <a:xfrm>
              <a:off x="286195" y="4455405"/>
              <a:ext cx="3934090"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Abstract</a:t>
              </a:r>
            </a:p>
          </p:txBody>
        </p:sp>
        <p:sp>
          <p:nvSpPr>
            <p:cNvPr id="23" name="TextBox 22">
              <a:extLst>
                <a:ext uri="{FF2B5EF4-FFF2-40B4-BE49-F238E27FC236}">
                  <a16:creationId xmlns:a16="http://schemas.microsoft.com/office/drawing/2014/main" id="{B129213C-12E3-8A3D-5B9C-C09F806E2CC1}"/>
                </a:ext>
              </a:extLst>
            </p:cNvPr>
            <p:cNvSpPr txBox="1"/>
            <p:nvPr/>
          </p:nvSpPr>
          <p:spPr>
            <a:xfrm>
              <a:off x="348508" y="18037321"/>
              <a:ext cx="546175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Background</a:t>
              </a:r>
            </a:p>
          </p:txBody>
        </p:sp>
        <p:sp>
          <p:nvSpPr>
            <p:cNvPr id="25" name="TextBox 24">
              <a:extLst>
                <a:ext uri="{FF2B5EF4-FFF2-40B4-BE49-F238E27FC236}">
                  <a16:creationId xmlns:a16="http://schemas.microsoft.com/office/drawing/2014/main" id="{D9DA8B80-CF38-1A06-449C-222B1F26F8FE}"/>
                </a:ext>
              </a:extLst>
            </p:cNvPr>
            <p:cNvSpPr txBox="1"/>
            <p:nvPr/>
          </p:nvSpPr>
          <p:spPr>
            <a:xfrm>
              <a:off x="11236911" y="5366280"/>
              <a:ext cx="3922869"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Methods</a:t>
              </a:r>
            </a:p>
          </p:txBody>
        </p:sp>
        <p:sp>
          <p:nvSpPr>
            <p:cNvPr id="27" name="TextBox 26">
              <a:extLst>
                <a:ext uri="{FF2B5EF4-FFF2-40B4-BE49-F238E27FC236}">
                  <a16:creationId xmlns:a16="http://schemas.microsoft.com/office/drawing/2014/main" id="{D0171118-A452-8446-D338-2FD022614F7F}"/>
                </a:ext>
              </a:extLst>
            </p:cNvPr>
            <p:cNvSpPr txBox="1"/>
            <p:nvPr/>
          </p:nvSpPr>
          <p:spPr>
            <a:xfrm>
              <a:off x="21235607" y="5208127"/>
              <a:ext cx="3315331"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Results</a:t>
              </a:r>
            </a:p>
          </p:txBody>
        </p:sp>
        <p:sp>
          <p:nvSpPr>
            <p:cNvPr id="29" name="TextBox 28">
              <a:extLst>
                <a:ext uri="{FF2B5EF4-FFF2-40B4-BE49-F238E27FC236}">
                  <a16:creationId xmlns:a16="http://schemas.microsoft.com/office/drawing/2014/main" id="{BB29E532-5B27-AD52-1B28-26897E6CC31F}"/>
                </a:ext>
              </a:extLst>
            </p:cNvPr>
            <p:cNvSpPr txBox="1"/>
            <p:nvPr/>
          </p:nvSpPr>
          <p:spPr>
            <a:xfrm>
              <a:off x="11014056" y="24734444"/>
              <a:ext cx="502413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Conclusion</a:t>
              </a:r>
            </a:p>
          </p:txBody>
        </p:sp>
        <p:sp>
          <p:nvSpPr>
            <p:cNvPr id="31" name="TextBox 30">
              <a:extLst>
                <a:ext uri="{FF2B5EF4-FFF2-40B4-BE49-F238E27FC236}">
                  <a16:creationId xmlns:a16="http://schemas.microsoft.com/office/drawing/2014/main" id="{1D37B0B5-9A6D-23AC-9BB7-8D7BBB20D995}"/>
                </a:ext>
              </a:extLst>
            </p:cNvPr>
            <p:cNvSpPr txBox="1"/>
            <p:nvPr/>
          </p:nvSpPr>
          <p:spPr>
            <a:xfrm>
              <a:off x="11037038" y="31160539"/>
              <a:ext cx="8715848"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Future Perspectives</a:t>
              </a:r>
            </a:p>
          </p:txBody>
        </p:sp>
      </p:grpSp>
      <p:sp>
        <p:nvSpPr>
          <p:cNvPr id="37" name="TextBox 36">
            <a:extLst>
              <a:ext uri="{FF2B5EF4-FFF2-40B4-BE49-F238E27FC236}">
                <a16:creationId xmlns:a16="http://schemas.microsoft.com/office/drawing/2014/main" id="{B412C119-3668-82FF-BE7B-25EECC898EC5}"/>
              </a:ext>
            </a:extLst>
          </p:cNvPr>
          <p:cNvSpPr txBox="1"/>
          <p:nvPr/>
        </p:nvSpPr>
        <p:spPr>
          <a:xfrm>
            <a:off x="342522" y="5362015"/>
            <a:ext cx="10095961" cy="10895290"/>
          </a:xfrm>
          <a:prstGeom prst="rect">
            <a:avLst/>
          </a:prstGeom>
          <a:noFill/>
        </p:spPr>
        <p:txBody>
          <a:bodyPr wrap="square" rtlCol="0">
            <a:spAutoFit/>
          </a:bodyPr>
          <a:lstStyle/>
          <a:p>
            <a:r>
              <a:rPr lang="en-GB" sz="5400" dirty="0"/>
              <a:t>Visual SLAM is crucial in autonomous robots for real-time localization and map construction using visual data from camera sensors. It enables robots to self-localize and generate detailed maps, making it suitable for various applications, including autonomous vehicles. The choice of 2D or 3D cameras depends on project requirements, with the goal of achieving high accuracy and enhanced visualization.</a:t>
            </a:r>
            <a:endParaRPr lang="en-IN" sz="5400" dirty="0"/>
          </a:p>
        </p:txBody>
      </p:sp>
      <p:sp>
        <p:nvSpPr>
          <p:cNvPr id="38" name="TextBox 37">
            <a:extLst>
              <a:ext uri="{FF2B5EF4-FFF2-40B4-BE49-F238E27FC236}">
                <a16:creationId xmlns:a16="http://schemas.microsoft.com/office/drawing/2014/main" id="{BBDE6B47-93C1-4A30-E741-DD059543FFBB}"/>
              </a:ext>
            </a:extLst>
          </p:cNvPr>
          <p:cNvSpPr txBox="1"/>
          <p:nvPr/>
        </p:nvSpPr>
        <p:spPr>
          <a:xfrm>
            <a:off x="429387" y="19088547"/>
            <a:ext cx="10009096" cy="15881271"/>
          </a:xfrm>
          <a:prstGeom prst="rect">
            <a:avLst/>
          </a:prstGeom>
          <a:noFill/>
        </p:spPr>
        <p:txBody>
          <a:bodyPr wrap="square" rtlCol="0">
            <a:spAutoFit/>
          </a:bodyPr>
          <a:lstStyle/>
          <a:p>
            <a:r>
              <a:rPr lang="en-GB" sz="5400" dirty="0"/>
              <a:t>Visual SLAM (Simultaneous Localization and Mapping) enables autonomous robots to navigate and understand their environment using visual data from cameras. It evolved as a cost-effective alternative to sensor-based SLAM methods like LiDAR, offering real-time map construction and self-localization. This technology is crucial for applications in autonomous vehicles, drones, and mobile robots, where accurate and real-time localization is essential. Ongoing advancements focus on improving accuracy and visualization to meet diverse project requirements and environmental challenges.</a:t>
            </a:r>
            <a:endParaRPr lang="en-IN" sz="5400" dirty="0"/>
          </a:p>
        </p:txBody>
      </p:sp>
      <p:pic>
        <p:nvPicPr>
          <p:cNvPr id="5" name="Picture 4">
            <a:extLst>
              <a:ext uri="{FF2B5EF4-FFF2-40B4-BE49-F238E27FC236}">
                <a16:creationId xmlns:a16="http://schemas.microsoft.com/office/drawing/2014/main" id="{297F50C4-CD93-7B3E-4BCF-A7D1A7AFC1A8}"/>
              </a:ext>
            </a:extLst>
          </p:cNvPr>
          <p:cNvPicPr>
            <a:picLocks noChangeAspect="1"/>
          </p:cNvPicPr>
          <p:nvPr/>
        </p:nvPicPr>
        <p:blipFill>
          <a:blip r:embed="rId3"/>
          <a:stretch>
            <a:fillRect/>
          </a:stretch>
        </p:blipFill>
        <p:spPr>
          <a:xfrm>
            <a:off x="26898600" y="320343"/>
            <a:ext cx="5128674" cy="2238707"/>
          </a:xfrm>
          <a:prstGeom prst="rect">
            <a:avLst/>
          </a:prstGeom>
        </p:spPr>
      </p:pic>
      <p:sp>
        <p:nvSpPr>
          <p:cNvPr id="10" name="TextBox 9">
            <a:extLst>
              <a:ext uri="{FF2B5EF4-FFF2-40B4-BE49-F238E27FC236}">
                <a16:creationId xmlns:a16="http://schemas.microsoft.com/office/drawing/2014/main" id="{68A829BF-150C-1E1A-F6A1-168F21475341}"/>
              </a:ext>
            </a:extLst>
          </p:cNvPr>
          <p:cNvSpPr txBox="1"/>
          <p:nvPr/>
        </p:nvSpPr>
        <p:spPr>
          <a:xfrm>
            <a:off x="18292541" y="2725569"/>
            <a:ext cx="13282074" cy="2169825"/>
          </a:xfrm>
          <a:prstGeom prst="rect">
            <a:avLst/>
          </a:prstGeom>
          <a:noFill/>
        </p:spPr>
        <p:txBody>
          <a:bodyPr wrap="square">
            <a:spAutoFit/>
          </a:bodyPr>
          <a:lstStyle/>
          <a:p>
            <a:pPr algn="ctr"/>
            <a:r>
              <a:rPr lang="en-US" sz="1800" dirty="0">
                <a:latin typeface="Poppins" panose="00000500000000000000" pitchFamily="2" charset="0"/>
                <a:cs typeface="Poppins" panose="00000500000000000000" pitchFamily="2" charset="0"/>
              </a:rPr>
              <a:t>[</a:t>
            </a:r>
            <a:r>
              <a:rPr lang="en-US" sz="4500" b="1" dirty="0">
                <a:latin typeface="Poppins" panose="00000500000000000000" pitchFamily="2" charset="0"/>
                <a:ea typeface="SimSun" pitchFamily="2" charset="-122"/>
                <a:cs typeface="Poppins" panose="00000500000000000000" pitchFamily="2" charset="0"/>
              </a:rPr>
              <a:t>M.DIWAKAR REDDY – BU21EECE0100601</a:t>
            </a:r>
          </a:p>
          <a:p>
            <a:pPr algn="ctr"/>
            <a:r>
              <a:rPr lang="en-US" sz="4500" b="1" dirty="0">
                <a:latin typeface="Poppins" panose="00000500000000000000" pitchFamily="2" charset="0"/>
                <a:ea typeface="SimSun" pitchFamily="2" charset="-122"/>
                <a:cs typeface="Poppins" panose="00000500000000000000" pitchFamily="2" charset="0"/>
              </a:rPr>
              <a:t>G.MAHESH REDDY </a:t>
            </a:r>
            <a:r>
              <a:rPr lang="en-US" sz="4500" b="1">
                <a:latin typeface="Poppins" panose="00000500000000000000" pitchFamily="2" charset="0"/>
                <a:ea typeface="SimSun" pitchFamily="2" charset="-122"/>
                <a:cs typeface="Poppins" panose="00000500000000000000" pitchFamily="2" charset="0"/>
              </a:rPr>
              <a:t>– BU21EECE0100531</a:t>
            </a:r>
            <a:endParaRPr lang="en-US" sz="4500" b="1" dirty="0">
              <a:latin typeface="Poppins" panose="00000500000000000000" pitchFamily="2" charset="0"/>
              <a:ea typeface="SimSun" pitchFamily="2" charset="-122"/>
              <a:cs typeface="Poppins" panose="00000500000000000000" pitchFamily="2" charset="0"/>
            </a:endParaRPr>
          </a:p>
          <a:p>
            <a:pPr algn="ctr"/>
            <a:r>
              <a:rPr lang="en-US" sz="4500" b="1" dirty="0">
                <a:latin typeface="Poppins" panose="00000500000000000000" pitchFamily="2" charset="0"/>
                <a:ea typeface="SimSun" pitchFamily="2" charset="-122"/>
                <a:cs typeface="Poppins" panose="00000500000000000000" pitchFamily="2" charset="0"/>
              </a:rPr>
              <a:t>D.VINAY KUMAR – BU21EECE0100452</a:t>
            </a:r>
            <a:endParaRPr lang="en-IN" sz="4500" b="1" dirty="0">
              <a:latin typeface="Poppins" panose="00000500000000000000" pitchFamily="2" charset="0"/>
              <a:ea typeface="SimSun" pitchFamily="2" charset="-122"/>
              <a:cs typeface="Poppins" panose="00000500000000000000" pitchFamily="2" charset="0"/>
            </a:endParaRPr>
          </a:p>
        </p:txBody>
      </p:sp>
      <p:pic>
        <p:nvPicPr>
          <p:cNvPr id="13" name="Picture 12">
            <a:extLst>
              <a:ext uri="{FF2B5EF4-FFF2-40B4-BE49-F238E27FC236}">
                <a16:creationId xmlns:a16="http://schemas.microsoft.com/office/drawing/2014/main" id="{8D96FAED-58C9-0E4B-2FA8-3FC130FCA4F3}"/>
              </a:ext>
            </a:extLst>
          </p:cNvPr>
          <p:cNvPicPr>
            <a:picLocks noChangeAspect="1"/>
          </p:cNvPicPr>
          <p:nvPr/>
        </p:nvPicPr>
        <p:blipFill>
          <a:blip r:embed="rId4"/>
          <a:stretch>
            <a:fillRect/>
          </a:stretch>
        </p:blipFill>
        <p:spPr>
          <a:xfrm>
            <a:off x="22357383" y="569413"/>
            <a:ext cx="4541217" cy="1959894"/>
          </a:xfrm>
          <a:prstGeom prst="rect">
            <a:avLst/>
          </a:prstGeom>
        </p:spPr>
      </p:pic>
      <p:pic>
        <p:nvPicPr>
          <p:cNvPr id="39" name="Picture 38">
            <a:extLst>
              <a:ext uri="{FF2B5EF4-FFF2-40B4-BE49-F238E27FC236}">
                <a16:creationId xmlns:a16="http://schemas.microsoft.com/office/drawing/2014/main" id="{4B50CB9E-3F1E-1A3C-E08D-84540C18F1C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609" b="93950" l="3113" r="94553">
                        <a14:foregroundMark x1="3113" y1="14947" x2="3113" y2="14947"/>
                        <a14:foregroundMark x1="14008" y1="16726" x2="14008" y2="16726"/>
                        <a14:foregroundMark x1="22179" y1="21352" x2="22179" y2="21352"/>
                        <a14:foregroundMark x1="30350" y1="19929" x2="30350" y2="19929"/>
                        <a14:foregroundMark x1="32879" y1="39146" x2="32879" y2="39146"/>
                        <a14:foregroundMark x1="9339" y1="44840" x2="9339" y2="44840"/>
                        <a14:foregroundMark x1="42996" y1="39858" x2="42996" y2="39858"/>
                        <a14:foregroundMark x1="53696" y1="39858" x2="53696" y2="39858"/>
                        <a14:foregroundMark x1="63035" y1="41993" x2="63035" y2="41993"/>
                        <a14:foregroundMark x1="75875" y1="40925" x2="75875" y2="40925"/>
                        <a14:foregroundMark x1="80545" y1="35587" x2="80545" y2="35587"/>
                        <a14:foregroundMark x1="94553" y1="44128" x2="94553" y2="44128"/>
                        <a14:foregroundMark x1="8171" y1="56940" x2="8171" y2="56940"/>
                        <a14:foregroundMark x1="13619" y1="58363" x2="13619" y2="58363"/>
                        <a14:foregroundMark x1="21206" y1="57651" x2="21206" y2="57651"/>
                        <a14:foregroundMark x1="28016" y1="59786" x2="28016" y2="59786"/>
                        <a14:foregroundMark x1="36770" y1="61210" x2="36770" y2="61210"/>
                        <a14:foregroundMark x1="8171" y1="87544" x2="8171" y2="87544"/>
                        <a14:foregroundMark x1="14981" y1="87544" x2="14981" y2="87544"/>
                        <a14:foregroundMark x1="21984" y1="87544" x2="21984" y2="87544"/>
                        <a14:foregroundMark x1="32296" y1="88256" x2="32296" y2="88256"/>
                        <a14:foregroundMark x1="43580" y1="91103" x2="43580" y2="91103"/>
                        <a14:foregroundMark x1="52918" y1="88256" x2="52918" y2="88256"/>
                        <a14:foregroundMark x1="63230" y1="93950" x2="63230" y2="93950"/>
                        <a14:foregroundMark x1="71595" y1="90391" x2="71595" y2="90391"/>
                        <a14:foregroundMark x1="81907" y1="92171" x2="81907" y2="92171"/>
                        <a14:foregroundMark x1="14008" y1="37722" x2="14008" y2="37722"/>
                        <a14:foregroundMark x1="23346" y1="40569" x2="23346" y2="40569"/>
                        <a14:backgroundMark x1="6420" y1="39146" x2="6420" y2="39146"/>
                        <a14:backgroundMark x1="7004" y1="39146" x2="7004" y2="39146"/>
                        <a14:backgroundMark x1="7004" y1="40925" x2="7004" y2="40925"/>
                        <a14:backgroundMark x1="6420" y1="41993" x2="6420" y2="41993"/>
                        <a14:backgroundMark x1="5837" y1="38078" x2="5837" y2="38078"/>
                        <a14:backgroundMark x1="6226" y1="41281" x2="6226" y2="41281"/>
                        <a14:backgroundMark x1="6615" y1="84698" x2="6615" y2="84698"/>
                        <a14:backgroundMark x1="46109" y1="88256" x2="46109" y2="88256"/>
                        <a14:backgroundMark x1="73346" y1="86121" x2="73346" y2="86121"/>
                        <a14:backgroundMark x1="45525" y1="38078" x2="45525" y2="38078"/>
                        <a14:backgroundMark x1="34436" y1="39858" x2="34436" y2="39858"/>
                        <a14:backgroundMark x1="25875" y1="37722" x2="25875" y2="37722"/>
                        <a14:backgroundMark x1="29183" y1="63345" x2="29183" y2="63345"/>
                        <a14:backgroundMark x1="20428" y1="38434" x2="20428" y2="38434"/>
                      </a14:backgroundRemoval>
                    </a14:imgEffect>
                  </a14:imgLayer>
                </a14:imgProps>
              </a:ext>
            </a:extLst>
          </a:blip>
          <a:stretch>
            <a:fillRect/>
          </a:stretch>
        </p:blipFill>
        <p:spPr>
          <a:xfrm>
            <a:off x="4990684" y="217721"/>
            <a:ext cx="3865337" cy="2113153"/>
          </a:xfrm>
          <a:prstGeom prst="rect">
            <a:avLst/>
          </a:prstGeom>
        </p:spPr>
      </p:pic>
      <p:pic>
        <p:nvPicPr>
          <p:cNvPr id="8" name="Picture 7">
            <a:extLst>
              <a:ext uri="{FF2B5EF4-FFF2-40B4-BE49-F238E27FC236}">
                <a16:creationId xmlns:a16="http://schemas.microsoft.com/office/drawing/2014/main" id="{0472719B-73DF-2585-83BA-A9C05298C86C}"/>
              </a:ext>
            </a:extLst>
          </p:cNvPr>
          <p:cNvPicPr>
            <a:picLocks noChangeAspect="1"/>
          </p:cNvPicPr>
          <p:nvPr/>
        </p:nvPicPr>
        <p:blipFill>
          <a:blip r:embed="rId7"/>
          <a:stretch>
            <a:fillRect/>
          </a:stretch>
        </p:blipFill>
        <p:spPr>
          <a:xfrm rot="5400000">
            <a:off x="7269267" y="10418213"/>
            <a:ext cx="17308955" cy="9726865"/>
          </a:xfrm>
          <a:prstGeom prst="rect">
            <a:avLst/>
          </a:prstGeom>
        </p:spPr>
      </p:pic>
      <p:sp>
        <p:nvSpPr>
          <p:cNvPr id="4" name="TextBox 3">
            <a:extLst>
              <a:ext uri="{FF2B5EF4-FFF2-40B4-BE49-F238E27FC236}">
                <a16:creationId xmlns:a16="http://schemas.microsoft.com/office/drawing/2014/main" id="{1F47249E-CC35-7263-880A-EEE0FFD74929}"/>
              </a:ext>
            </a:extLst>
          </p:cNvPr>
          <p:cNvSpPr txBox="1"/>
          <p:nvPr/>
        </p:nvSpPr>
        <p:spPr>
          <a:xfrm>
            <a:off x="11260185" y="32080099"/>
            <a:ext cx="19981815" cy="3785652"/>
          </a:xfrm>
          <a:prstGeom prst="rect">
            <a:avLst/>
          </a:prstGeom>
          <a:noFill/>
        </p:spPr>
        <p:txBody>
          <a:bodyPr wrap="square" rtlCol="0">
            <a:spAutoFit/>
          </a:bodyPr>
          <a:lstStyle/>
          <a:p>
            <a:r>
              <a:rPr lang="en-GB" sz="4800" dirty="0"/>
              <a:t>The future of Visual SLAM in autonomous robotics involves faster real-time performance, AI integration for enhanced adaptability, and broader applications in dynamic environments like autonomous vehicles and drones. It will become more robust, cost-effective, and accessible across industries. Advances in hardware will further drive its adoption.</a:t>
            </a:r>
            <a:endParaRPr lang="en-IN" sz="4800" dirty="0"/>
          </a:p>
        </p:txBody>
      </p:sp>
      <p:sp>
        <p:nvSpPr>
          <p:cNvPr id="11" name="TextBox 10">
            <a:extLst>
              <a:ext uri="{FF2B5EF4-FFF2-40B4-BE49-F238E27FC236}">
                <a16:creationId xmlns:a16="http://schemas.microsoft.com/office/drawing/2014/main" id="{777F6762-3FE8-954A-16CE-D39C2E797475}"/>
              </a:ext>
            </a:extLst>
          </p:cNvPr>
          <p:cNvSpPr txBox="1"/>
          <p:nvPr/>
        </p:nvSpPr>
        <p:spPr>
          <a:xfrm>
            <a:off x="11506200" y="25647650"/>
            <a:ext cx="19278600" cy="4247317"/>
          </a:xfrm>
          <a:prstGeom prst="rect">
            <a:avLst/>
          </a:prstGeom>
          <a:noFill/>
        </p:spPr>
        <p:txBody>
          <a:bodyPr wrap="square" rtlCol="0">
            <a:spAutoFit/>
          </a:bodyPr>
          <a:lstStyle/>
          <a:p>
            <a:r>
              <a:rPr lang="en-GB" sz="5400" dirty="0"/>
              <a:t>Visual SLAM offers vast potential for autonomous robotics, enabling precise navigation and mapping in dynamic environments. As technology advances, it will become more efficient, adaptable, and widely applicable across industries. Its future is poised for significant growth, driven by AI and hardware improvements.</a:t>
            </a:r>
            <a:endParaRPr lang="en-IN" sz="5400" dirty="0"/>
          </a:p>
        </p:txBody>
      </p:sp>
      <p:sp>
        <p:nvSpPr>
          <p:cNvPr id="35" name="TextBox 34">
            <a:extLst>
              <a:ext uri="{FF2B5EF4-FFF2-40B4-BE49-F238E27FC236}">
                <a16:creationId xmlns:a16="http://schemas.microsoft.com/office/drawing/2014/main" id="{A6CB8EE4-C722-A99D-3D97-533D6368719F}"/>
              </a:ext>
            </a:extLst>
          </p:cNvPr>
          <p:cNvSpPr txBox="1"/>
          <p:nvPr/>
        </p:nvSpPr>
        <p:spPr>
          <a:xfrm>
            <a:off x="21488398" y="6280121"/>
            <a:ext cx="9753602" cy="15788938"/>
          </a:xfrm>
          <a:prstGeom prst="rect">
            <a:avLst/>
          </a:prstGeom>
          <a:noFill/>
        </p:spPr>
        <p:txBody>
          <a:bodyPr wrap="square" rtlCol="0">
            <a:spAutoFit/>
          </a:bodyPr>
          <a:lstStyle/>
          <a:p>
            <a:r>
              <a:rPr lang="en-GB" sz="6000" dirty="0"/>
              <a:t>Visual SLAM in autonomous robots includes enhanced real-time navigation, accurate environmental mapping, and improved adaptability in dynamic and complex settings. Robots become more efficient in tasks like indoor navigation, autonomous driving, and aerial operations. As a result, Visual SLAM allows for more reliable and cost-effective robotic solutions across various industries, including logistics, agriculture, healthcare, and space exploration.</a:t>
            </a:r>
            <a:endParaRPr lang="en-IN" sz="6000" dirty="0"/>
          </a:p>
        </p:txBody>
      </p:sp>
    </p:spTree>
    <p:extLst>
      <p:ext uri="{BB962C8B-B14F-4D97-AF65-F5344CB8AC3E}">
        <p14:creationId xmlns:p14="http://schemas.microsoft.com/office/powerpoint/2010/main" val="215355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76E770-5D0E-2139-C0DA-8CD410A9AB12}"/>
              </a:ext>
            </a:extLst>
          </p:cNvPr>
          <p:cNvSpPr txBox="1"/>
          <p:nvPr/>
        </p:nvSpPr>
        <p:spPr>
          <a:xfrm>
            <a:off x="226185" y="5341402"/>
            <a:ext cx="6104428" cy="938719"/>
          </a:xfrm>
          <a:prstGeom prst="rect">
            <a:avLst/>
          </a:prstGeom>
          <a:noFill/>
        </p:spPr>
        <p:txBody>
          <a:bodyPr wrap="none" rtlCol="0">
            <a:spAutoFit/>
          </a:bodyPr>
          <a:lstStyle/>
          <a:p>
            <a:r>
              <a:rPr lang="en-IN" sz="5500" dirty="0"/>
              <a:t>Insert your text Here</a:t>
            </a:r>
          </a:p>
        </p:txBody>
      </p:sp>
      <p:sp>
        <p:nvSpPr>
          <p:cNvPr id="24" name="TextBox 23">
            <a:extLst>
              <a:ext uri="{FF2B5EF4-FFF2-40B4-BE49-F238E27FC236}">
                <a16:creationId xmlns:a16="http://schemas.microsoft.com/office/drawing/2014/main" id="{230414B0-D3BD-17EC-53D9-23D7F68E17C3}"/>
              </a:ext>
            </a:extLst>
          </p:cNvPr>
          <p:cNvSpPr txBox="1"/>
          <p:nvPr/>
        </p:nvSpPr>
        <p:spPr>
          <a:xfrm>
            <a:off x="348508" y="19230032"/>
            <a:ext cx="6104428" cy="938719"/>
          </a:xfrm>
          <a:prstGeom prst="rect">
            <a:avLst/>
          </a:prstGeom>
          <a:noFill/>
        </p:spPr>
        <p:txBody>
          <a:bodyPr wrap="none" rtlCol="0">
            <a:spAutoFit/>
          </a:bodyPr>
          <a:lstStyle/>
          <a:p>
            <a:r>
              <a:rPr lang="en-IN" sz="5500" dirty="0"/>
              <a:t>Insert your text Here</a:t>
            </a:r>
          </a:p>
        </p:txBody>
      </p:sp>
      <p:sp>
        <p:nvSpPr>
          <p:cNvPr id="26" name="TextBox 25">
            <a:extLst>
              <a:ext uri="{FF2B5EF4-FFF2-40B4-BE49-F238E27FC236}">
                <a16:creationId xmlns:a16="http://schemas.microsoft.com/office/drawing/2014/main" id="{574C18CB-4DC5-8CB0-1347-EAA58038E24A}"/>
              </a:ext>
            </a:extLst>
          </p:cNvPr>
          <p:cNvSpPr txBox="1"/>
          <p:nvPr/>
        </p:nvSpPr>
        <p:spPr>
          <a:xfrm>
            <a:off x="11148182" y="5341402"/>
            <a:ext cx="6104428" cy="938719"/>
          </a:xfrm>
          <a:prstGeom prst="rect">
            <a:avLst/>
          </a:prstGeom>
          <a:noFill/>
        </p:spPr>
        <p:txBody>
          <a:bodyPr wrap="none" rtlCol="0">
            <a:spAutoFit/>
          </a:bodyPr>
          <a:lstStyle/>
          <a:p>
            <a:r>
              <a:rPr lang="en-IN" sz="5500" dirty="0"/>
              <a:t>Insert your text Here</a:t>
            </a:r>
          </a:p>
        </p:txBody>
      </p:sp>
      <p:sp>
        <p:nvSpPr>
          <p:cNvPr id="28" name="TextBox 27">
            <a:extLst>
              <a:ext uri="{FF2B5EF4-FFF2-40B4-BE49-F238E27FC236}">
                <a16:creationId xmlns:a16="http://schemas.microsoft.com/office/drawing/2014/main" id="{5909496C-6BB1-7E9C-7EE6-4AB8CB0E9AA0}"/>
              </a:ext>
            </a:extLst>
          </p:cNvPr>
          <p:cNvSpPr txBox="1"/>
          <p:nvPr/>
        </p:nvSpPr>
        <p:spPr>
          <a:xfrm>
            <a:off x="21488398" y="5341402"/>
            <a:ext cx="6104428" cy="938719"/>
          </a:xfrm>
          <a:prstGeom prst="rect">
            <a:avLst/>
          </a:prstGeom>
          <a:noFill/>
        </p:spPr>
        <p:txBody>
          <a:bodyPr wrap="none" rtlCol="0">
            <a:spAutoFit/>
          </a:bodyPr>
          <a:lstStyle/>
          <a:p>
            <a:r>
              <a:rPr lang="en-IN" sz="5500" dirty="0"/>
              <a:t>Insert your text Here</a:t>
            </a:r>
          </a:p>
        </p:txBody>
      </p:sp>
      <p:sp>
        <p:nvSpPr>
          <p:cNvPr id="30" name="TextBox 29">
            <a:extLst>
              <a:ext uri="{FF2B5EF4-FFF2-40B4-BE49-F238E27FC236}">
                <a16:creationId xmlns:a16="http://schemas.microsoft.com/office/drawing/2014/main" id="{4F64F2CD-6919-0659-0452-9C53AB1D7206}"/>
              </a:ext>
            </a:extLst>
          </p:cNvPr>
          <p:cNvSpPr txBox="1"/>
          <p:nvPr/>
        </p:nvSpPr>
        <p:spPr>
          <a:xfrm>
            <a:off x="11125200" y="25647650"/>
            <a:ext cx="6104428" cy="938719"/>
          </a:xfrm>
          <a:prstGeom prst="rect">
            <a:avLst/>
          </a:prstGeom>
          <a:noFill/>
        </p:spPr>
        <p:txBody>
          <a:bodyPr wrap="none" rtlCol="0">
            <a:spAutoFit/>
          </a:bodyPr>
          <a:lstStyle/>
          <a:p>
            <a:r>
              <a:rPr lang="en-IN" sz="5500" dirty="0"/>
              <a:t>Insert your text Here</a:t>
            </a:r>
          </a:p>
        </p:txBody>
      </p:sp>
      <p:grpSp>
        <p:nvGrpSpPr>
          <p:cNvPr id="33" name="Group 32">
            <a:extLst>
              <a:ext uri="{FF2B5EF4-FFF2-40B4-BE49-F238E27FC236}">
                <a16:creationId xmlns:a16="http://schemas.microsoft.com/office/drawing/2014/main" id="{28DD590F-761F-34F1-DE44-8F578D98F820}"/>
              </a:ext>
            </a:extLst>
          </p:cNvPr>
          <p:cNvGrpSpPr/>
          <p:nvPr/>
        </p:nvGrpSpPr>
        <p:grpSpPr>
          <a:xfrm>
            <a:off x="0" y="1"/>
            <a:ext cx="32004000" cy="36360098"/>
            <a:chOff x="0" y="1"/>
            <a:chExt cx="32004000" cy="36360098"/>
          </a:xfrm>
        </p:grpSpPr>
        <p:sp>
          <p:nvSpPr>
            <p:cNvPr id="12" name="Rectangle 11">
              <a:extLst>
                <a:ext uri="{FF2B5EF4-FFF2-40B4-BE49-F238E27FC236}">
                  <a16:creationId xmlns:a16="http://schemas.microsoft.com/office/drawing/2014/main" id="{FD4A362A-FBD5-E7E4-F5BF-7C1838844648}"/>
                </a:ext>
              </a:extLst>
            </p:cNvPr>
            <p:cNvSpPr/>
            <p:nvPr/>
          </p:nvSpPr>
          <p:spPr>
            <a:xfrm>
              <a:off x="0" y="2842026"/>
              <a:ext cx="32004000" cy="33518073"/>
            </a:xfrm>
            <a:prstGeom prst="rect">
              <a:avLst/>
            </a:prstGeom>
            <a:solidFill>
              <a:srgbClr val="FFF7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600" dirty="0"/>
            </a:p>
          </p:txBody>
        </p:sp>
        <p:sp>
          <p:nvSpPr>
            <p:cNvPr id="7" name="Rectangle 6">
              <a:extLst>
                <a:ext uri="{FF2B5EF4-FFF2-40B4-BE49-F238E27FC236}">
                  <a16:creationId xmlns:a16="http://schemas.microsoft.com/office/drawing/2014/main" id="{FA4C99A5-2D2A-0664-FDD2-FFD52F55F8C4}"/>
                </a:ext>
              </a:extLst>
            </p:cNvPr>
            <p:cNvSpPr/>
            <p:nvPr/>
          </p:nvSpPr>
          <p:spPr>
            <a:xfrm>
              <a:off x="0" y="1"/>
              <a:ext cx="32004000" cy="2842026"/>
            </a:xfrm>
            <a:prstGeom prst="rect">
              <a:avLst/>
            </a:prstGeom>
            <a:solidFill>
              <a:srgbClr val="DACD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Box 16">
              <a:extLst>
                <a:ext uri="{FF2B5EF4-FFF2-40B4-BE49-F238E27FC236}">
                  <a16:creationId xmlns:a16="http://schemas.microsoft.com/office/drawing/2014/main" id="{6A33F464-D1AA-71BD-E8E8-9E623AA4F989}"/>
                </a:ext>
              </a:extLst>
            </p:cNvPr>
            <p:cNvSpPr txBox="1">
              <a:spLocks noChangeArrowheads="1"/>
            </p:cNvSpPr>
            <p:nvPr/>
          </p:nvSpPr>
          <p:spPr bwMode="auto">
            <a:xfrm>
              <a:off x="6249068" y="513691"/>
              <a:ext cx="20431124" cy="167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spcBef>
                  <a:spcPts val="0"/>
                </a:spcBef>
              </a:pPr>
              <a:r>
                <a:rPr lang="en-US" altLang="zh-CN" sz="6000" baseline="0" dirty="0">
                  <a:latin typeface="Poppins" panose="00000500000000000000" pitchFamily="2" charset="0"/>
                  <a:ea typeface="SimSun" pitchFamily="2" charset="-122"/>
                  <a:cs typeface="Poppins" panose="00000500000000000000" pitchFamily="2" charset="0"/>
                </a:rPr>
                <a:t>[Insert Title]</a:t>
              </a:r>
            </a:p>
            <a:p>
              <a:pPr algn="ctr" eaLnBrk="1" hangingPunct="1">
                <a:spcBef>
                  <a:spcPts val="0"/>
                </a:spcBef>
              </a:pPr>
              <a:endParaRPr lang="en-US" altLang="zh-CN" sz="4521" baseline="0" dirty="0">
                <a:latin typeface="Poppins" panose="00000500000000000000" pitchFamily="2" charset="0"/>
                <a:ea typeface="SimSun" pitchFamily="2" charset="-122"/>
                <a:cs typeface="Poppins" panose="00000500000000000000" pitchFamily="2" charset="0"/>
              </a:endParaRPr>
            </a:p>
          </p:txBody>
        </p:sp>
        <p:sp>
          <p:nvSpPr>
            <p:cNvPr id="3" name="Text Box 18">
              <a:extLst>
                <a:ext uri="{FF2B5EF4-FFF2-40B4-BE49-F238E27FC236}">
                  <a16:creationId xmlns:a16="http://schemas.microsoft.com/office/drawing/2014/main" id="{690F19EB-303E-AEB7-52BB-F28B25A828BC}"/>
                </a:ext>
              </a:extLst>
            </p:cNvPr>
            <p:cNvSpPr txBox="1">
              <a:spLocks noChangeArrowheads="1"/>
            </p:cNvSpPr>
            <p:nvPr/>
          </p:nvSpPr>
          <p:spPr bwMode="auto">
            <a:xfrm>
              <a:off x="2763791" y="30316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6" name="Text Box 18">
              <a:extLst>
                <a:ext uri="{FF2B5EF4-FFF2-40B4-BE49-F238E27FC236}">
                  <a16:creationId xmlns:a16="http://schemas.microsoft.com/office/drawing/2014/main" id="{2B204EB5-8496-83FD-C136-E3683E982639}"/>
                </a:ext>
              </a:extLst>
            </p:cNvPr>
            <p:cNvSpPr txBox="1">
              <a:spLocks noChangeArrowheads="1"/>
            </p:cNvSpPr>
            <p:nvPr/>
          </p:nvSpPr>
          <p:spPr bwMode="auto">
            <a:xfrm>
              <a:off x="2196036" y="3873287"/>
              <a:ext cx="27241501" cy="53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4500" baseline="0" dirty="0">
                  <a:latin typeface="Poppins" panose="00000500000000000000" pitchFamily="2" charset="0"/>
                  <a:ea typeface="SimSun" pitchFamily="2" charset="-122"/>
                  <a:cs typeface="Poppins" panose="00000500000000000000" pitchFamily="2" charset="0"/>
                </a:rPr>
                <a:t>Supervisor : &lt;&lt; Name of the Supervisor &gt;&gt;</a:t>
              </a:r>
            </a:p>
          </p:txBody>
        </p:sp>
        <p:pic>
          <p:nvPicPr>
            <p:cNvPr id="9" name="Picture 8">
              <a:extLst>
                <a:ext uri="{FF2B5EF4-FFF2-40B4-BE49-F238E27FC236}">
                  <a16:creationId xmlns:a16="http://schemas.microsoft.com/office/drawing/2014/main" id="{CB6A3E1D-AD94-7507-6722-766540D985C6}"/>
                </a:ext>
              </a:extLst>
            </p:cNvPr>
            <p:cNvPicPr>
              <a:picLocks noChangeAspect="1"/>
            </p:cNvPicPr>
            <p:nvPr/>
          </p:nvPicPr>
          <p:blipFill>
            <a:blip r:embed="rId2"/>
            <a:stretch>
              <a:fillRect/>
            </a:stretch>
          </p:blipFill>
          <p:spPr>
            <a:xfrm>
              <a:off x="200785" y="513691"/>
              <a:ext cx="4169868" cy="1845973"/>
            </a:xfrm>
            <a:prstGeom prst="rect">
              <a:avLst/>
            </a:prstGeom>
          </p:spPr>
        </p:pic>
        <p:sp>
          <p:nvSpPr>
            <p:cNvPr id="14" name="Rectangle: Rounded Corners 13">
              <a:extLst>
                <a:ext uri="{FF2B5EF4-FFF2-40B4-BE49-F238E27FC236}">
                  <a16:creationId xmlns:a16="http://schemas.microsoft.com/office/drawing/2014/main" id="{0F391B89-288B-55E3-59B4-96DD91436B8B}"/>
                </a:ext>
              </a:extLst>
            </p:cNvPr>
            <p:cNvSpPr/>
            <p:nvPr/>
          </p:nvSpPr>
          <p:spPr>
            <a:xfrm>
              <a:off x="200785" y="4489851"/>
              <a:ext cx="10391013" cy="13154693"/>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F0006A55-82E5-5FDD-4A12-734471761870}"/>
                </a:ext>
              </a:extLst>
            </p:cNvPr>
            <p:cNvSpPr/>
            <p:nvPr/>
          </p:nvSpPr>
          <p:spPr>
            <a:xfrm>
              <a:off x="200785" y="17951449"/>
              <a:ext cx="10391013" cy="18088307"/>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4C8347B-1787-16B7-F344-B2442882627C}"/>
                </a:ext>
              </a:extLst>
            </p:cNvPr>
            <p:cNvSpPr/>
            <p:nvPr/>
          </p:nvSpPr>
          <p:spPr>
            <a:xfrm>
              <a:off x="10896600" y="4639936"/>
              <a:ext cx="9857616" cy="19744114"/>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84844E32-52C4-C98F-4E3C-FF1609C7EBC7}"/>
                </a:ext>
              </a:extLst>
            </p:cNvPr>
            <p:cNvSpPr/>
            <p:nvPr/>
          </p:nvSpPr>
          <p:spPr>
            <a:xfrm>
              <a:off x="21059018" y="4573310"/>
              <a:ext cx="10515597" cy="19810740"/>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ectangle: Rounded Corners 17">
              <a:extLst>
                <a:ext uri="{FF2B5EF4-FFF2-40B4-BE49-F238E27FC236}">
                  <a16:creationId xmlns:a16="http://schemas.microsoft.com/office/drawing/2014/main" id="{51C7DBA8-B523-3CEF-F0A0-D21A8317C1B8}"/>
                </a:ext>
              </a:extLst>
            </p:cNvPr>
            <p:cNvSpPr/>
            <p:nvPr/>
          </p:nvSpPr>
          <p:spPr>
            <a:xfrm>
              <a:off x="10896600" y="31074838"/>
              <a:ext cx="20678015" cy="4964917"/>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56456D07-662D-81A0-41A8-A827A4F743A7}"/>
                </a:ext>
              </a:extLst>
            </p:cNvPr>
            <p:cNvSpPr/>
            <p:nvPr/>
          </p:nvSpPr>
          <p:spPr>
            <a:xfrm>
              <a:off x="10896600" y="24704392"/>
              <a:ext cx="20678015" cy="6050104"/>
            </a:xfrm>
            <a:prstGeom prst="roundRect">
              <a:avLst>
                <a:gd name="adj" fmla="val 2490"/>
              </a:avLst>
            </a:prstGeom>
            <a:solidFill>
              <a:srgbClr val="DAC4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 Box 18">
              <a:extLst>
                <a:ext uri="{FF2B5EF4-FFF2-40B4-BE49-F238E27FC236}">
                  <a16:creationId xmlns:a16="http://schemas.microsoft.com/office/drawing/2014/main" id="{29D071B0-8C1C-D71C-5C5D-1B2ABBC08C97}"/>
                </a:ext>
              </a:extLst>
            </p:cNvPr>
            <p:cNvSpPr txBox="1">
              <a:spLocks noChangeArrowheads="1"/>
            </p:cNvSpPr>
            <p:nvPr/>
          </p:nvSpPr>
          <p:spPr bwMode="auto">
            <a:xfrm>
              <a:off x="2916191" y="31840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21" name="TextBox 20">
              <a:extLst>
                <a:ext uri="{FF2B5EF4-FFF2-40B4-BE49-F238E27FC236}">
                  <a16:creationId xmlns:a16="http://schemas.microsoft.com/office/drawing/2014/main" id="{D759992F-D3CE-1ADE-F378-14B9B5E09BDA}"/>
                </a:ext>
              </a:extLst>
            </p:cNvPr>
            <p:cNvSpPr txBox="1"/>
            <p:nvPr/>
          </p:nvSpPr>
          <p:spPr>
            <a:xfrm>
              <a:off x="286195" y="4455405"/>
              <a:ext cx="3934090"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Abstract</a:t>
              </a:r>
            </a:p>
          </p:txBody>
        </p:sp>
        <p:sp>
          <p:nvSpPr>
            <p:cNvPr id="23" name="TextBox 22">
              <a:extLst>
                <a:ext uri="{FF2B5EF4-FFF2-40B4-BE49-F238E27FC236}">
                  <a16:creationId xmlns:a16="http://schemas.microsoft.com/office/drawing/2014/main" id="{B129213C-12E3-8A3D-5B9C-C09F806E2CC1}"/>
                </a:ext>
              </a:extLst>
            </p:cNvPr>
            <p:cNvSpPr txBox="1"/>
            <p:nvPr/>
          </p:nvSpPr>
          <p:spPr>
            <a:xfrm>
              <a:off x="348508" y="18037321"/>
              <a:ext cx="546175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Background</a:t>
              </a:r>
            </a:p>
          </p:txBody>
        </p:sp>
        <p:sp>
          <p:nvSpPr>
            <p:cNvPr id="25" name="TextBox 24">
              <a:extLst>
                <a:ext uri="{FF2B5EF4-FFF2-40B4-BE49-F238E27FC236}">
                  <a16:creationId xmlns:a16="http://schemas.microsoft.com/office/drawing/2014/main" id="{D9DA8B80-CF38-1A06-449C-222B1F26F8FE}"/>
                </a:ext>
              </a:extLst>
            </p:cNvPr>
            <p:cNvSpPr txBox="1"/>
            <p:nvPr/>
          </p:nvSpPr>
          <p:spPr>
            <a:xfrm>
              <a:off x="11046578" y="4507362"/>
              <a:ext cx="3922869"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Methods</a:t>
              </a:r>
            </a:p>
          </p:txBody>
        </p:sp>
        <p:sp>
          <p:nvSpPr>
            <p:cNvPr id="27" name="TextBox 26">
              <a:extLst>
                <a:ext uri="{FF2B5EF4-FFF2-40B4-BE49-F238E27FC236}">
                  <a16:creationId xmlns:a16="http://schemas.microsoft.com/office/drawing/2014/main" id="{D0171118-A452-8446-D338-2FD022614F7F}"/>
                </a:ext>
              </a:extLst>
            </p:cNvPr>
            <p:cNvSpPr txBox="1"/>
            <p:nvPr/>
          </p:nvSpPr>
          <p:spPr>
            <a:xfrm>
              <a:off x="21235607" y="4551119"/>
              <a:ext cx="3315331"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Results</a:t>
              </a:r>
            </a:p>
          </p:txBody>
        </p:sp>
        <p:sp>
          <p:nvSpPr>
            <p:cNvPr id="29" name="TextBox 28">
              <a:extLst>
                <a:ext uri="{FF2B5EF4-FFF2-40B4-BE49-F238E27FC236}">
                  <a16:creationId xmlns:a16="http://schemas.microsoft.com/office/drawing/2014/main" id="{BB29E532-5B27-AD52-1B28-26897E6CC31F}"/>
                </a:ext>
              </a:extLst>
            </p:cNvPr>
            <p:cNvSpPr txBox="1"/>
            <p:nvPr/>
          </p:nvSpPr>
          <p:spPr>
            <a:xfrm>
              <a:off x="11014056" y="24734444"/>
              <a:ext cx="502413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Conclusion</a:t>
              </a:r>
            </a:p>
          </p:txBody>
        </p:sp>
        <p:sp>
          <p:nvSpPr>
            <p:cNvPr id="31" name="TextBox 30">
              <a:extLst>
                <a:ext uri="{FF2B5EF4-FFF2-40B4-BE49-F238E27FC236}">
                  <a16:creationId xmlns:a16="http://schemas.microsoft.com/office/drawing/2014/main" id="{1D37B0B5-9A6D-23AC-9BB7-8D7BBB20D995}"/>
                </a:ext>
              </a:extLst>
            </p:cNvPr>
            <p:cNvSpPr txBox="1"/>
            <p:nvPr/>
          </p:nvSpPr>
          <p:spPr>
            <a:xfrm>
              <a:off x="11037038" y="31160539"/>
              <a:ext cx="8715848"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Future Perspectives</a:t>
              </a:r>
            </a:p>
          </p:txBody>
        </p:sp>
      </p:grpSp>
      <p:sp>
        <p:nvSpPr>
          <p:cNvPr id="32" name="TextBox 31">
            <a:extLst>
              <a:ext uri="{FF2B5EF4-FFF2-40B4-BE49-F238E27FC236}">
                <a16:creationId xmlns:a16="http://schemas.microsoft.com/office/drawing/2014/main" id="{62D5A794-FF8C-9AF7-50B3-83D99643A57F}"/>
              </a:ext>
            </a:extLst>
          </p:cNvPr>
          <p:cNvSpPr txBox="1"/>
          <p:nvPr/>
        </p:nvSpPr>
        <p:spPr>
          <a:xfrm>
            <a:off x="11148182" y="32124650"/>
            <a:ext cx="6104428" cy="938719"/>
          </a:xfrm>
          <a:prstGeom prst="rect">
            <a:avLst/>
          </a:prstGeom>
          <a:noFill/>
        </p:spPr>
        <p:txBody>
          <a:bodyPr wrap="none" rtlCol="0">
            <a:spAutoFit/>
          </a:bodyPr>
          <a:lstStyle/>
          <a:p>
            <a:r>
              <a:rPr lang="en-IN" sz="5500" dirty="0"/>
              <a:t>Insert your text Here</a:t>
            </a:r>
          </a:p>
        </p:txBody>
      </p:sp>
      <p:sp>
        <p:nvSpPr>
          <p:cNvPr id="34" name="TextBox 33">
            <a:extLst>
              <a:ext uri="{FF2B5EF4-FFF2-40B4-BE49-F238E27FC236}">
                <a16:creationId xmlns:a16="http://schemas.microsoft.com/office/drawing/2014/main" id="{B4C3A4EF-E6FF-3D7D-2C5F-E1F533942D5A}"/>
              </a:ext>
            </a:extLst>
          </p:cNvPr>
          <p:cNvSpPr txBox="1"/>
          <p:nvPr/>
        </p:nvSpPr>
        <p:spPr>
          <a:xfrm>
            <a:off x="11148182" y="25733351"/>
            <a:ext cx="6104428" cy="938719"/>
          </a:xfrm>
          <a:prstGeom prst="rect">
            <a:avLst/>
          </a:prstGeom>
          <a:noFill/>
        </p:spPr>
        <p:txBody>
          <a:bodyPr wrap="none" rtlCol="0">
            <a:spAutoFit/>
          </a:bodyPr>
          <a:lstStyle/>
          <a:p>
            <a:r>
              <a:rPr lang="en-IN" sz="5500" dirty="0"/>
              <a:t>Insert your text Here</a:t>
            </a:r>
          </a:p>
        </p:txBody>
      </p:sp>
      <p:sp>
        <p:nvSpPr>
          <p:cNvPr id="35" name="TextBox 34">
            <a:extLst>
              <a:ext uri="{FF2B5EF4-FFF2-40B4-BE49-F238E27FC236}">
                <a16:creationId xmlns:a16="http://schemas.microsoft.com/office/drawing/2014/main" id="{0A972737-0112-D5F2-F6B2-E40D2CFCB1EA}"/>
              </a:ext>
            </a:extLst>
          </p:cNvPr>
          <p:cNvSpPr txBox="1"/>
          <p:nvPr/>
        </p:nvSpPr>
        <p:spPr>
          <a:xfrm>
            <a:off x="11175123" y="5618182"/>
            <a:ext cx="6104428" cy="938719"/>
          </a:xfrm>
          <a:prstGeom prst="rect">
            <a:avLst/>
          </a:prstGeom>
          <a:noFill/>
        </p:spPr>
        <p:txBody>
          <a:bodyPr wrap="none" rtlCol="0">
            <a:spAutoFit/>
          </a:bodyPr>
          <a:lstStyle/>
          <a:p>
            <a:r>
              <a:rPr lang="en-IN" sz="5500" dirty="0"/>
              <a:t>Insert your text Here</a:t>
            </a:r>
          </a:p>
        </p:txBody>
      </p:sp>
      <p:sp>
        <p:nvSpPr>
          <p:cNvPr id="36" name="TextBox 35">
            <a:extLst>
              <a:ext uri="{FF2B5EF4-FFF2-40B4-BE49-F238E27FC236}">
                <a16:creationId xmlns:a16="http://schemas.microsoft.com/office/drawing/2014/main" id="{298ED9DB-29F4-1396-3469-2884A260F26E}"/>
              </a:ext>
            </a:extLst>
          </p:cNvPr>
          <p:cNvSpPr txBox="1"/>
          <p:nvPr/>
        </p:nvSpPr>
        <p:spPr>
          <a:xfrm>
            <a:off x="21255724" y="5646838"/>
            <a:ext cx="6104428" cy="938719"/>
          </a:xfrm>
          <a:prstGeom prst="rect">
            <a:avLst/>
          </a:prstGeom>
          <a:noFill/>
        </p:spPr>
        <p:txBody>
          <a:bodyPr wrap="none" rtlCol="0">
            <a:spAutoFit/>
          </a:bodyPr>
          <a:lstStyle/>
          <a:p>
            <a:r>
              <a:rPr lang="en-IN" sz="5500" dirty="0"/>
              <a:t>Insert your text Here</a:t>
            </a:r>
          </a:p>
        </p:txBody>
      </p:sp>
      <p:sp>
        <p:nvSpPr>
          <p:cNvPr id="37" name="TextBox 36">
            <a:extLst>
              <a:ext uri="{FF2B5EF4-FFF2-40B4-BE49-F238E27FC236}">
                <a16:creationId xmlns:a16="http://schemas.microsoft.com/office/drawing/2014/main" id="{B412C119-3668-82FF-BE7B-25EECC898EC5}"/>
              </a:ext>
            </a:extLst>
          </p:cNvPr>
          <p:cNvSpPr txBox="1"/>
          <p:nvPr/>
        </p:nvSpPr>
        <p:spPr>
          <a:xfrm>
            <a:off x="342522" y="5362015"/>
            <a:ext cx="6104428" cy="938719"/>
          </a:xfrm>
          <a:prstGeom prst="rect">
            <a:avLst/>
          </a:prstGeom>
          <a:noFill/>
        </p:spPr>
        <p:txBody>
          <a:bodyPr wrap="none" rtlCol="0">
            <a:spAutoFit/>
          </a:bodyPr>
          <a:lstStyle/>
          <a:p>
            <a:r>
              <a:rPr lang="en-IN" sz="5500" dirty="0"/>
              <a:t>Insert your text Here</a:t>
            </a:r>
          </a:p>
        </p:txBody>
      </p:sp>
      <p:sp>
        <p:nvSpPr>
          <p:cNvPr id="38" name="TextBox 37">
            <a:extLst>
              <a:ext uri="{FF2B5EF4-FFF2-40B4-BE49-F238E27FC236}">
                <a16:creationId xmlns:a16="http://schemas.microsoft.com/office/drawing/2014/main" id="{BBDE6B47-93C1-4A30-E741-DD059543FFBB}"/>
              </a:ext>
            </a:extLst>
          </p:cNvPr>
          <p:cNvSpPr txBox="1"/>
          <p:nvPr/>
        </p:nvSpPr>
        <p:spPr>
          <a:xfrm>
            <a:off x="429387" y="19088547"/>
            <a:ext cx="6104428" cy="938719"/>
          </a:xfrm>
          <a:prstGeom prst="rect">
            <a:avLst/>
          </a:prstGeom>
          <a:noFill/>
        </p:spPr>
        <p:txBody>
          <a:bodyPr wrap="none" rtlCol="0">
            <a:spAutoFit/>
          </a:bodyPr>
          <a:lstStyle/>
          <a:p>
            <a:r>
              <a:rPr lang="en-IN" sz="5500" dirty="0"/>
              <a:t>Insert your text Here</a:t>
            </a:r>
          </a:p>
        </p:txBody>
      </p:sp>
      <p:pic>
        <p:nvPicPr>
          <p:cNvPr id="5" name="Picture 4">
            <a:extLst>
              <a:ext uri="{FF2B5EF4-FFF2-40B4-BE49-F238E27FC236}">
                <a16:creationId xmlns:a16="http://schemas.microsoft.com/office/drawing/2014/main" id="{297F50C4-CD93-7B3E-4BCF-A7D1A7AFC1A8}"/>
              </a:ext>
            </a:extLst>
          </p:cNvPr>
          <p:cNvPicPr>
            <a:picLocks noChangeAspect="1"/>
          </p:cNvPicPr>
          <p:nvPr/>
        </p:nvPicPr>
        <p:blipFill>
          <a:blip r:embed="rId3"/>
          <a:stretch>
            <a:fillRect/>
          </a:stretch>
        </p:blipFill>
        <p:spPr>
          <a:xfrm>
            <a:off x="26898600" y="320343"/>
            <a:ext cx="5128674" cy="2238707"/>
          </a:xfrm>
          <a:prstGeom prst="rect">
            <a:avLst/>
          </a:prstGeom>
        </p:spPr>
      </p:pic>
      <p:sp>
        <p:nvSpPr>
          <p:cNvPr id="10" name="TextBox 9">
            <a:extLst>
              <a:ext uri="{FF2B5EF4-FFF2-40B4-BE49-F238E27FC236}">
                <a16:creationId xmlns:a16="http://schemas.microsoft.com/office/drawing/2014/main" id="{68A829BF-150C-1E1A-F6A1-168F21475341}"/>
              </a:ext>
            </a:extLst>
          </p:cNvPr>
          <p:cNvSpPr txBox="1"/>
          <p:nvPr/>
        </p:nvSpPr>
        <p:spPr>
          <a:xfrm>
            <a:off x="-23274" y="2892079"/>
            <a:ext cx="32050548" cy="784830"/>
          </a:xfrm>
          <a:prstGeom prst="rect">
            <a:avLst/>
          </a:prstGeom>
          <a:noFill/>
        </p:spPr>
        <p:txBody>
          <a:bodyPr wrap="square">
            <a:spAutoFit/>
          </a:bodyPr>
          <a:lstStyle/>
          <a:p>
            <a:pPr algn="ctr"/>
            <a:r>
              <a:rPr lang="en-US" sz="1800" dirty="0">
                <a:latin typeface="Poppins" panose="00000500000000000000" pitchFamily="2" charset="0"/>
                <a:cs typeface="Poppins" panose="00000500000000000000" pitchFamily="2" charset="0"/>
              </a:rPr>
              <a:t>[</a:t>
            </a:r>
            <a:r>
              <a:rPr lang="en-US" sz="4500" b="1" dirty="0">
                <a:latin typeface="Poppins" panose="00000500000000000000" pitchFamily="2" charset="0"/>
                <a:ea typeface="SimSun" pitchFamily="2" charset="-122"/>
                <a:cs typeface="Poppins" panose="00000500000000000000" pitchFamily="2" charset="0"/>
              </a:rPr>
              <a:t>Insert team members name (TL First)}</a:t>
            </a:r>
            <a:endParaRPr lang="en-IN" sz="4500" b="1" dirty="0">
              <a:latin typeface="Poppins" panose="00000500000000000000" pitchFamily="2" charset="0"/>
              <a:ea typeface="SimSun" pitchFamily="2" charset="-122"/>
              <a:cs typeface="Poppins" panose="00000500000000000000" pitchFamily="2" charset="0"/>
            </a:endParaRPr>
          </a:p>
        </p:txBody>
      </p:sp>
      <p:pic>
        <p:nvPicPr>
          <p:cNvPr id="8" name="Picture 7">
            <a:extLst>
              <a:ext uri="{FF2B5EF4-FFF2-40B4-BE49-F238E27FC236}">
                <a16:creationId xmlns:a16="http://schemas.microsoft.com/office/drawing/2014/main" id="{D0B7CEF0-1536-F402-6A74-158831182267}"/>
              </a:ext>
            </a:extLst>
          </p:cNvPr>
          <p:cNvPicPr>
            <a:picLocks noChangeAspect="1"/>
          </p:cNvPicPr>
          <p:nvPr/>
        </p:nvPicPr>
        <p:blipFill>
          <a:blip r:embed="rId4"/>
          <a:stretch>
            <a:fillRect/>
          </a:stretch>
        </p:blipFill>
        <p:spPr>
          <a:xfrm>
            <a:off x="22357383" y="569413"/>
            <a:ext cx="4541217" cy="1959894"/>
          </a:xfrm>
          <a:prstGeom prst="rect">
            <a:avLst/>
          </a:prstGeom>
        </p:spPr>
      </p:pic>
      <p:pic>
        <p:nvPicPr>
          <p:cNvPr id="13" name="Picture 12">
            <a:extLst>
              <a:ext uri="{FF2B5EF4-FFF2-40B4-BE49-F238E27FC236}">
                <a16:creationId xmlns:a16="http://schemas.microsoft.com/office/drawing/2014/main" id="{AE3EA6B8-2312-2D8D-0D17-8EAB69225CF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609" b="93950" l="3113" r="94553">
                        <a14:foregroundMark x1="3113" y1="14947" x2="3113" y2="14947"/>
                        <a14:foregroundMark x1="14008" y1="16726" x2="14008" y2="16726"/>
                        <a14:foregroundMark x1="22179" y1="21352" x2="22179" y2="21352"/>
                        <a14:foregroundMark x1="30350" y1="19929" x2="30350" y2="19929"/>
                        <a14:foregroundMark x1="32879" y1="39146" x2="32879" y2="39146"/>
                        <a14:foregroundMark x1="9339" y1="44840" x2="9339" y2="44840"/>
                        <a14:foregroundMark x1="42996" y1="39858" x2="42996" y2="39858"/>
                        <a14:foregroundMark x1="53696" y1="39858" x2="53696" y2="39858"/>
                        <a14:foregroundMark x1="63035" y1="41993" x2="63035" y2="41993"/>
                        <a14:foregroundMark x1="75875" y1="40925" x2="75875" y2="40925"/>
                        <a14:foregroundMark x1="80545" y1="35587" x2="80545" y2="35587"/>
                        <a14:foregroundMark x1="94553" y1="44128" x2="94553" y2="44128"/>
                        <a14:foregroundMark x1="8171" y1="56940" x2="8171" y2="56940"/>
                        <a14:foregroundMark x1="13619" y1="58363" x2="13619" y2="58363"/>
                        <a14:foregroundMark x1="21206" y1="57651" x2="21206" y2="57651"/>
                        <a14:foregroundMark x1="28016" y1="59786" x2="28016" y2="59786"/>
                        <a14:foregroundMark x1="36770" y1="61210" x2="36770" y2="61210"/>
                        <a14:foregroundMark x1="8171" y1="87544" x2="8171" y2="87544"/>
                        <a14:foregroundMark x1="14981" y1="87544" x2="14981" y2="87544"/>
                        <a14:foregroundMark x1="21984" y1="87544" x2="21984" y2="87544"/>
                        <a14:foregroundMark x1="32296" y1="88256" x2="32296" y2="88256"/>
                        <a14:foregroundMark x1="43580" y1="91103" x2="43580" y2="91103"/>
                        <a14:foregroundMark x1="52918" y1="88256" x2="52918" y2="88256"/>
                        <a14:foregroundMark x1="63230" y1="93950" x2="63230" y2="93950"/>
                        <a14:foregroundMark x1="71595" y1="90391" x2="71595" y2="90391"/>
                        <a14:foregroundMark x1="81907" y1="92171" x2="81907" y2="92171"/>
                        <a14:foregroundMark x1="14008" y1="37722" x2="14008" y2="37722"/>
                        <a14:foregroundMark x1="23346" y1="40569" x2="23346" y2="40569"/>
                        <a14:backgroundMark x1="6420" y1="39146" x2="6420" y2="39146"/>
                        <a14:backgroundMark x1="7004" y1="39146" x2="7004" y2="39146"/>
                        <a14:backgroundMark x1="7004" y1="40925" x2="7004" y2="40925"/>
                        <a14:backgroundMark x1="6420" y1="41993" x2="6420" y2="41993"/>
                        <a14:backgroundMark x1="5837" y1="38078" x2="5837" y2="38078"/>
                        <a14:backgroundMark x1="6226" y1="41281" x2="6226" y2="41281"/>
                        <a14:backgroundMark x1="6615" y1="84698" x2="6615" y2="84698"/>
                        <a14:backgroundMark x1="46109" y1="88256" x2="46109" y2="88256"/>
                        <a14:backgroundMark x1="73346" y1="86121" x2="73346" y2="86121"/>
                        <a14:backgroundMark x1="45525" y1="38078" x2="45525" y2="38078"/>
                        <a14:backgroundMark x1="34436" y1="39858" x2="34436" y2="39858"/>
                        <a14:backgroundMark x1="25875" y1="37722" x2="25875" y2="37722"/>
                        <a14:backgroundMark x1="29183" y1="63345" x2="29183" y2="63345"/>
                        <a14:backgroundMark x1="20428" y1="38434" x2="20428" y2="38434"/>
                      </a14:backgroundRemoval>
                    </a14:imgEffect>
                  </a14:imgLayer>
                </a14:imgProps>
              </a:ext>
            </a:extLst>
          </a:blip>
          <a:stretch>
            <a:fillRect/>
          </a:stretch>
        </p:blipFill>
        <p:spPr>
          <a:xfrm>
            <a:off x="4990684" y="267476"/>
            <a:ext cx="3865337" cy="2113153"/>
          </a:xfrm>
          <a:prstGeom prst="rect">
            <a:avLst/>
          </a:prstGeom>
        </p:spPr>
      </p:pic>
    </p:spTree>
    <p:extLst>
      <p:ext uri="{BB962C8B-B14F-4D97-AF65-F5344CB8AC3E}">
        <p14:creationId xmlns:p14="http://schemas.microsoft.com/office/powerpoint/2010/main" val="853481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76E770-5D0E-2139-C0DA-8CD410A9AB12}"/>
              </a:ext>
            </a:extLst>
          </p:cNvPr>
          <p:cNvSpPr txBox="1"/>
          <p:nvPr/>
        </p:nvSpPr>
        <p:spPr>
          <a:xfrm>
            <a:off x="226185" y="5341402"/>
            <a:ext cx="6104428" cy="938719"/>
          </a:xfrm>
          <a:prstGeom prst="rect">
            <a:avLst/>
          </a:prstGeom>
          <a:noFill/>
        </p:spPr>
        <p:txBody>
          <a:bodyPr wrap="none" rtlCol="0">
            <a:spAutoFit/>
          </a:bodyPr>
          <a:lstStyle/>
          <a:p>
            <a:r>
              <a:rPr lang="en-IN" sz="5500" dirty="0"/>
              <a:t>Insert your text Here</a:t>
            </a:r>
          </a:p>
        </p:txBody>
      </p:sp>
      <p:sp>
        <p:nvSpPr>
          <p:cNvPr id="24" name="TextBox 23">
            <a:extLst>
              <a:ext uri="{FF2B5EF4-FFF2-40B4-BE49-F238E27FC236}">
                <a16:creationId xmlns:a16="http://schemas.microsoft.com/office/drawing/2014/main" id="{230414B0-D3BD-17EC-53D9-23D7F68E17C3}"/>
              </a:ext>
            </a:extLst>
          </p:cNvPr>
          <p:cNvSpPr txBox="1"/>
          <p:nvPr/>
        </p:nvSpPr>
        <p:spPr>
          <a:xfrm>
            <a:off x="348508" y="19230032"/>
            <a:ext cx="6104428" cy="938719"/>
          </a:xfrm>
          <a:prstGeom prst="rect">
            <a:avLst/>
          </a:prstGeom>
          <a:noFill/>
        </p:spPr>
        <p:txBody>
          <a:bodyPr wrap="none" rtlCol="0">
            <a:spAutoFit/>
          </a:bodyPr>
          <a:lstStyle/>
          <a:p>
            <a:r>
              <a:rPr lang="en-IN" sz="5500" dirty="0"/>
              <a:t>Insert your text Here</a:t>
            </a:r>
          </a:p>
        </p:txBody>
      </p:sp>
      <p:sp>
        <p:nvSpPr>
          <p:cNvPr id="26" name="TextBox 25">
            <a:extLst>
              <a:ext uri="{FF2B5EF4-FFF2-40B4-BE49-F238E27FC236}">
                <a16:creationId xmlns:a16="http://schemas.microsoft.com/office/drawing/2014/main" id="{574C18CB-4DC5-8CB0-1347-EAA58038E24A}"/>
              </a:ext>
            </a:extLst>
          </p:cNvPr>
          <p:cNvSpPr txBox="1"/>
          <p:nvPr/>
        </p:nvSpPr>
        <p:spPr>
          <a:xfrm>
            <a:off x="11148182" y="5341402"/>
            <a:ext cx="6104428" cy="938719"/>
          </a:xfrm>
          <a:prstGeom prst="rect">
            <a:avLst/>
          </a:prstGeom>
          <a:noFill/>
        </p:spPr>
        <p:txBody>
          <a:bodyPr wrap="none" rtlCol="0">
            <a:spAutoFit/>
          </a:bodyPr>
          <a:lstStyle/>
          <a:p>
            <a:r>
              <a:rPr lang="en-IN" sz="5500" dirty="0"/>
              <a:t>Insert your text Here</a:t>
            </a:r>
          </a:p>
        </p:txBody>
      </p:sp>
      <p:sp>
        <p:nvSpPr>
          <p:cNvPr id="28" name="TextBox 27">
            <a:extLst>
              <a:ext uri="{FF2B5EF4-FFF2-40B4-BE49-F238E27FC236}">
                <a16:creationId xmlns:a16="http://schemas.microsoft.com/office/drawing/2014/main" id="{5909496C-6BB1-7E9C-7EE6-4AB8CB0E9AA0}"/>
              </a:ext>
            </a:extLst>
          </p:cNvPr>
          <p:cNvSpPr txBox="1"/>
          <p:nvPr/>
        </p:nvSpPr>
        <p:spPr>
          <a:xfrm>
            <a:off x="21488398" y="5341402"/>
            <a:ext cx="6104428" cy="938719"/>
          </a:xfrm>
          <a:prstGeom prst="rect">
            <a:avLst/>
          </a:prstGeom>
          <a:noFill/>
        </p:spPr>
        <p:txBody>
          <a:bodyPr wrap="none" rtlCol="0">
            <a:spAutoFit/>
          </a:bodyPr>
          <a:lstStyle/>
          <a:p>
            <a:r>
              <a:rPr lang="en-IN" sz="5500" dirty="0"/>
              <a:t>Insert your text Here</a:t>
            </a:r>
          </a:p>
        </p:txBody>
      </p:sp>
      <p:sp>
        <p:nvSpPr>
          <p:cNvPr id="30" name="TextBox 29">
            <a:extLst>
              <a:ext uri="{FF2B5EF4-FFF2-40B4-BE49-F238E27FC236}">
                <a16:creationId xmlns:a16="http://schemas.microsoft.com/office/drawing/2014/main" id="{4F64F2CD-6919-0659-0452-9C53AB1D7206}"/>
              </a:ext>
            </a:extLst>
          </p:cNvPr>
          <p:cNvSpPr txBox="1"/>
          <p:nvPr/>
        </p:nvSpPr>
        <p:spPr>
          <a:xfrm>
            <a:off x="11125200" y="25647650"/>
            <a:ext cx="6104428" cy="938719"/>
          </a:xfrm>
          <a:prstGeom prst="rect">
            <a:avLst/>
          </a:prstGeom>
          <a:noFill/>
        </p:spPr>
        <p:txBody>
          <a:bodyPr wrap="none" rtlCol="0">
            <a:spAutoFit/>
          </a:bodyPr>
          <a:lstStyle/>
          <a:p>
            <a:r>
              <a:rPr lang="en-IN" sz="5500" dirty="0"/>
              <a:t>Insert your text Here</a:t>
            </a:r>
          </a:p>
        </p:txBody>
      </p:sp>
      <p:grpSp>
        <p:nvGrpSpPr>
          <p:cNvPr id="33" name="Group 32">
            <a:extLst>
              <a:ext uri="{FF2B5EF4-FFF2-40B4-BE49-F238E27FC236}">
                <a16:creationId xmlns:a16="http://schemas.microsoft.com/office/drawing/2014/main" id="{28DD590F-761F-34F1-DE44-8F578D98F820}"/>
              </a:ext>
            </a:extLst>
          </p:cNvPr>
          <p:cNvGrpSpPr/>
          <p:nvPr/>
        </p:nvGrpSpPr>
        <p:grpSpPr>
          <a:xfrm>
            <a:off x="0" y="1"/>
            <a:ext cx="32004000" cy="36360098"/>
            <a:chOff x="0" y="1"/>
            <a:chExt cx="32004000" cy="36360098"/>
          </a:xfrm>
        </p:grpSpPr>
        <p:sp>
          <p:nvSpPr>
            <p:cNvPr id="12" name="Rectangle 11">
              <a:extLst>
                <a:ext uri="{FF2B5EF4-FFF2-40B4-BE49-F238E27FC236}">
                  <a16:creationId xmlns:a16="http://schemas.microsoft.com/office/drawing/2014/main" id="{FD4A362A-FBD5-E7E4-F5BF-7C1838844648}"/>
                </a:ext>
              </a:extLst>
            </p:cNvPr>
            <p:cNvSpPr/>
            <p:nvPr/>
          </p:nvSpPr>
          <p:spPr>
            <a:xfrm>
              <a:off x="0" y="2842026"/>
              <a:ext cx="32004000" cy="3351807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600" dirty="0"/>
            </a:p>
          </p:txBody>
        </p:sp>
        <p:sp>
          <p:nvSpPr>
            <p:cNvPr id="7" name="Rectangle 6">
              <a:extLst>
                <a:ext uri="{FF2B5EF4-FFF2-40B4-BE49-F238E27FC236}">
                  <a16:creationId xmlns:a16="http://schemas.microsoft.com/office/drawing/2014/main" id="{FA4C99A5-2D2A-0664-FDD2-FFD52F55F8C4}"/>
                </a:ext>
              </a:extLst>
            </p:cNvPr>
            <p:cNvSpPr/>
            <p:nvPr/>
          </p:nvSpPr>
          <p:spPr>
            <a:xfrm>
              <a:off x="0" y="1"/>
              <a:ext cx="32004000" cy="2842026"/>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Box 16">
              <a:extLst>
                <a:ext uri="{FF2B5EF4-FFF2-40B4-BE49-F238E27FC236}">
                  <a16:creationId xmlns:a16="http://schemas.microsoft.com/office/drawing/2014/main" id="{6A33F464-D1AA-71BD-E8E8-9E623AA4F989}"/>
                </a:ext>
              </a:extLst>
            </p:cNvPr>
            <p:cNvSpPr txBox="1">
              <a:spLocks noChangeArrowheads="1"/>
            </p:cNvSpPr>
            <p:nvPr/>
          </p:nvSpPr>
          <p:spPr bwMode="auto">
            <a:xfrm>
              <a:off x="6249068" y="513691"/>
              <a:ext cx="20431124" cy="167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spcBef>
                  <a:spcPts val="0"/>
                </a:spcBef>
              </a:pPr>
              <a:r>
                <a:rPr lang="en-US" altLang="zh-CN" sz="6000" baseline="0" dirty="0">
                  <a:latin typeface="Poppins" panose="00000500000000000000" pitchFamily="2" charset="0"/>
                  <a:ea typeface="SimSun" pitchFamily="2" charset="-122"/>
                  <a:cs typeface="Poppins" panose="00000500000000000000" pitchFamily="2" charset="0"/>
                </a:rPr>
                <a:t>[Insert Title]</a:t>
              </a:r>
            </a:p>
            <a:p>
              <a:pPr algn="ctr" eaLnBrk="1" hangingPunct="1">
                <a:spcBef>
                  <a:spcPts val="0"/>
                </a:spcBef>
              </a:pPr>
              <a:endParaRPr lang="en-US" altLang="zh-CN" sz="4521" baseline="0" dirty="0">
                <a:latin typeface="Poppins" panose="00000500000000000000" pitchFamily="2" charset="0"/>
                <a:ea typeface="SimSun" pitchFamily="2" charset="-122"/>
                <a:cs typeface="Poppins" panose="00000500000000000000" pitchFamily="2" charset="0"/>
              </a:endParaRPr>
            </a:p>
          </p:txBody>
        </p:sp>
        <p:sp>
          <p:nvSpPr>
            <p:cNvPr id="3" name="Text Box 18">
              <a:extLst>
                <a:ext uri="{FF2B5EF4-FFF2-40B4-BE49-F238E27FC236}">
                  <a16:creationId xmlns:a16="http://schemas.microsoft.com/office/drawing/2014/main" id="{690F19EB-303E-AEB7-52BB-F28B25A828BC}"/>
                </a:ext>
              </a:extLst>
            </p:cNvPr>
            <p:cNvSpPr txBox="1">
              <a:spLocks noChangeArrowheads="1"/>
            </p:cNvSpPr>
            <p:nvPr/>
          </p:nvSpPr>
          <p:spPr bwMode="auto">
            <a:xfrm>
              <a:off x="2763791" y="30316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6" name="Text Box 18">
              <a:extLst>
                <a:ext uri="{FF2B5EF4-FFF2-40B4-BE49-F238E27FC236}">
                  <a16:creationId xmlns:a16="http://schemas.microsoft.com/office/drawing/2014/main" id="{2B204EB5-8496-83FD-C136-E3683E982639}"/>
                </a:ext>
              </a:extLst>
            </p:cNvPr>
            <p:cNvSpPr txBox="1">
              <a:spLocks noChangeArrowheads="1"/>
            </p:cNvSpPr>
            <p:nvPr/>
          </p:nvSpPr>
          <p:spPr bwMode="auto">
            <a:xfrm>
              <a:off x="2196036" y="3873287"/>
              <a:ext cx="27241501" cy="53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4500" baseline="0" dirty="0">
                  <a:latin typeface="Poppins" panose="00000500000000000000" pitchFamily="2" charset="0"/>
                  <a:ea typeface="SimSun" pitchFamily="2" charset="-122"/>
                  <a:cs typeface="Poppins" panose="00000500000000000000" pitchFamily="2" charset="0"/>
                </a:rPr>
                <a:t>Supervisor : &lt;&lt; Name of the Supervisor &gt;&gt;</a:t>
              </a:r>
            </a:p>
          </p:txBody>
        </p:sp>
        <p:pic>
          <p:nvPicPr>
            <p:cNvPr id="9" name="Picture 8">
              <a:extLst>
                <a:ext uri="{FF2B5EF4-FFF2-40B4-BE49-F238E27FC236}">
                  <a16:creationId xmlns:a16="http://schemas.microsoft.com/office/drawing/2014/main" id="{CB6A3E1D-AD94-7507-6722-766540D985C6}"/>
                </a:ext>
              </a:extLst>
            </p:cNvPr>
            <p:cNvPicPr>
              <a:picLocks noChangeAspect="1"/>
            </p:cNvPicPr>
            <p:nvPr/>
          </p:nvPicPr>
          <p:blipFill>
            <a:blip r:embed="rId2"/>
            <a:stretch>
              <a:fillRect/>
            </a:stretch>
          </p:blipFill>
          <p:spPr>
            <a:xfrm>
              <a:off x="200785" y="513691"/>
              <a:ext cx="4169868" cy="1845973"/>
            </a:xfrm>
            <a:prstGeom prst="rect">
              <a:avLst/>
            </a:prstGeom>
          </p:spPr>
        </p:pic>
        <p:sp>
          <p:nvSpPr>
            <p:cNvPr id="14" name="Rectangle: Rounded Corners 13">
              <a:extLst>
                <a:ext uri="{FF2B5EF4-FFF2-40B4-BE49-F238E27FC236}">
                  <a16:creationId xmlns:a16="http://schemas.microsoft.com/office/drawing/2014/main" id="{0F391B89-288B-55E3-59B4-96DD91436B8B}"/>
                </a:ext>
              </a:extLst>
            </p:cNvPr>
            <p:cNvSpPr/>
            <p:nvPr/>
          </p:nvSpPr>
          <p:spPr>
            <a:xfrm>
              <a:off x="200785" y="4489851"/>
              <a:ext cx="10391013" cy="13154693"/>
            </a:xfrm>
            <a:prstGeom prst="roundRect">
              <a:avLst>
                <a:gd name="adj" fmla="val 249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F0006A55-82E5-5FDD-4A12-734471761870}"/>
                </a:ext>
              </a:extLst>
            </p:cNvPr>
            <p:cNvSpPr/>
            <p:nvPr/>
          </p:nvSpPr>
          <p:spPr>
            <a:xfrm>
              <a:off x="200785" y="17951449"/>
              <a:ext cx="10391013" cy="18088307"/>
            </a:xfrm>
            <a:prstGeom prst="roundRect">
              <a:avLst>
                <a:gd name="adj" fmla="val 249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4C8347B-1787-16B7-F344-B2442882627C}"/>
                </a:ext>
              </a:extLst>
            </p:cNvPr>
            <p:cNvSpPr/>
            <p:nvPr/>
          </p:nvSpPr>
          <p:spPr>
            <a:xfrm>
              <a:off x="10896600" y="4639936"/>
              <a:ext cx="9857616" cy="19744114"/>
            </a:xfrm>
            <a:prstGeom prst="roundRect">
              <a:avLst>
                <a:gd name="adj" fmla="val 249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84844E32-52C4-C98F-4E3C-FF1609C7EBC7}"/>
                </a:ext>
              </a:extLst>
            </p:cNvPr>
            <p:cNvSpPr/>
            <p:nvPr/>
          </p:nvSpPr>
          <p:spPr>
            <a:xfrm>
              <a:off x="21059018" y="4573310"/>
              <a:ext cx="10515597" cy="19810740"/>
            </a:xfrm>
            <a:prstGeom prst="roundRect">
              <a:avLst>
                <a:gd name="adj" fmla="val 249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51C7DBA8-B523-3CEF-F0A0-D21A8317C1B8}"/>
                </a:ext>
              </a:extLst>
            </p:cNvPr>
            <p:cNvSpPr/>
            <p:nvPr/>
          </p:nvSpPr>
          <p:spPr>
            <a:xfrm>
              <a:off x="10896600" y="31074838"/>
              <a:ext cx="20678015" cy="4964917"/>
            </a:xfrm>
            <a:prstGeom prst="roundRect">
              <a:avLst>
                <a:gd name="adj" fmla="val 249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56456D07-662D-81A0-41A8-A827A4F743A7}"/>
                </a:ext>
              </a:extLst>
            </p:cNvPr>
            <p:cNvSpPr/>
            <p:nvPr/>
          </p:nvSpPr>
          <p:spPr>
            <a:xfrm>
              <a:off x="10896600" y="24704392"/>
              <a:ext cx="20678015" cy="6050104"/>
            </a:xfrm>
            <a:prstGeom prst="roundRect">
              <a:avLst>
                <a:gd name="adj" fmla="val 2490"/>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 Box 18">
              <a:extLst>
                <a:ext uri="{FF2B5EF4-FFF2-40B4-BE49-F238E27FC236}">
                  <a16:creationId xmlns:a16="http://schemas.microsoft.com/office/drawing/2014/main" id="{29D071B0-8C1C-D71C-5C5D-1B2ABBC08C97}"/>
                </a:ext>
              </a:extLst>
            </p:cNvPr>
            <p:cNvSpPr txBox="1">
              <a:spLocks noChangeArrowheads="1"/>
            </p:cNvSpPr>
            <p:nvPr/>
          </p:nvSpPr>
          <p:spPr bwMode="auto">
            <a:xfrm>
              <a:off x="2916191" y="31840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21" name="TextBox 20">
              <a:extLst>
                <a:ext uri="{FF2B5EF4-FFF2-40B4-BE49-F238E27FC236}">
                  <a16:creationId xmlns:a16="http://schemas.microsoft.com/office/drawing/2014/main" id="{D759992F-D3CE-1ADE-F378-14B9B5E09BDA}"/>
                </a:ext>
              </a:extLst>
            </p:cNvPr>
            <p:cNvSpPr txBox="1"/>
            <p:nvPr/>
          </p:nvSpPr>
          <p:spPr>
            <a:xfrm>
              <a:off x="286195" y="4455405"/>
              <a:ext cx="3934090"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Abstract</a:t>
              </a:r>
            </a:p>
          </p:txBody>
        </p:sp>
        <p:sp>
          <p:nvSpPr>
            <p:cNvPr id="23" name="TextBox 22">
              <a:extLst>
                <a:ext uri="{FF2B5EF4-FFF2-40B4-BE49-F238E27FC236}">
                  <a16:creationId xmlns:a16="http://schemas.microsoft.com/office/drawing/2014/main" id="{B129213C-12E3-8A3D-5B9C-C09F806E2CC1}"/>
                </a:ext>
              </a:extLst>
            </p:cNvPr>
            <p:cNvSpPr txBox="1"/>
            <p:nvPr/>
          </p:nvSpPr>
          <p:spPr>
            <a:xfrm>
              <a:off x="348508" y="18037321"/>
              <a:ext cx="546175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Background</a:t>
              </a:r>
            </a:p>
          </p:txBody>
        </p:sp>
        <p:sp>
          <p:nvSpPr>
            <p:cNvPr id="25" name="TextBox 24">
              <a:extLst>
                <a:ext uri="{FF2B5EF4-FFF2-40B4-BE49-F238E27FC236}">
                  <a16:creationId xmlns:a16="http://schemas.microsoft.com/office/drawing/2014/main" id="{D9DA8B80-CF38-1A06-449C-222B1F26F8FE}"/>
                </a:ext>
              </a:extLst>
            </p:cNvPr>
            <p:cNvSpPr txBox="1"/>
            <p:nvPr/>
          </p:nvSpPr>
          <p:spPr>
            <a:xfrm>
              <a:off x="11046578" y="4507362"/>
              <a:ext cx="3922869"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Methods</a:t>
              </a:r>
            </a:p>
          </p:txBody>
        </p:sp>
        <p:sp>
          <p:nvSpPr>
            <p:cNvPr id="27" name="TextBox 26">
              <a:extLst>
                <a:ext uri="{FF2B5EF4-FFF2-40B4-BE49-F238E27FC236}">
                  <a16:creationId xmlns:a16="http://schemas.microsoft.com/office/drawing/2014/main" id="{D0171118-A452-8446-D338-2FD022614F7F}"/>
                </a:ext>
              </a:extLst>
            </p:cNvPr>
            <p:cNvSpPr txBox="1"/>
            <p:nvPr/>
          </p:nvSpPr>
          <p:spPr>
            <a:xfrm>
              <a:off x="21235607" y="4551119"/>
              <a:ext cx="3315331"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Results</a:t>
              </a:r>
            </a:p>
          </p:txBody>
        </p:sp>
        <p:sp>
          <p:nvSpPr>
            <p:cNvPr id="29" name="TextBox 28">
              <a:extLst>
                <a:ext uri="{FF2B5EF4-FFF2-40B4-BE49-F238E27FC236}">
                  <a16:creationId xmlns:a16="http://schemas.microsoft.com/office/drawing/2014/main" id="{BB29E532-5B27-AD52-1B28-26897E6CC31F}"/>
                </a:ext>
              </a:extLst>
            </p:cNvPr>
            <p:cNvSpPr txBox="1"/>
            <p:nvPr/>
          </p:nvSpPr>
          <p:spPr>
            <a:xfrm>
              <a:off x="11014056" y="24734444"/>
              <a:ext cx="5024132"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Conclusion</a:t>
              </a:r>
            </a:p>
          </p:txBody>
        </p:sp>
        <p:sp>
          <p:nvSpPr>
            <p:cNvPr id="31" name="TextBox 30">
              <a:extLst>
                <a:ext uri="{FF2B5EF4-FFF2-40B4-BE49-F238E27FC236}">
                  <a16:creationId xmlns:a16="http://schemas.microsoft.com/office/drawing/2014/main" id="{1D37B0B5-9A6D-23AC-9BB7-8D7BBB20D995}"/>
                </a:ext>
              </a:extLst>
            </p:cNvPr>
            <p:cNvSpPr txBox="1"/>
            <p:nvPr/>
          </p:nvSpPr>
          <p:spPr>
            <a:xfrm>
              <a:off x="11037038" y="31160539"/>
              <a:ext cx="8715848" cy="1092607"/>
            </a:xfrm>
            <a:prstGeom prst="rect">
              <a:avLst/>
            </a:prstGeom>
            <a:noFill/>
          </p:spPr>
          <p:txBody>
            <a:bodyPr wrap="none" rtlCol="0">
              <a:spAutoFit/>
            </a:bodyPr>
            <a:lstStyle/>
            <a:p>
              <a:r>
                <a:rPr lang="en-IN" sz="6500" b="1" dirty="0">
                  <a:latin typeface="Poppins" panose="00000500000000000000" pitchFamily="2" charset="0"/>
                  <a:cs typeface="Poppins" panose="00000500000000000000" pitchFamily="2" charset="0"/>
                </a:rPr>
                <a:t>Future Perspectives</a:t>
              </a:r>
            </a:p>
          </p:txBody>
        </p:sp>
      </p:grpSp>
      <p:sp>
        <p:nvSpPr>
          <p:cNvPr id="32" name="TextBox 31">
            <a:extLst>
              <a:ext uri="{FF2B5EF4-FFF2-40B4-BE49-F238E27FC236}">
                <a16:creationId xmlns:a16="http://schemas.microsoft.com/office/drawing/2014/main" id="{62D5A794-FF8C-9AF7-50B3-83D99643A57F}"/>
              </a:ext>
            </a:extLst>
          </p:cNvPr>
          <p:cNvSpPr txBox="1"/>
          <p:nvPr/>
        </p:nvSpPr>
        <p:spPr>
          <a:xfrm>
            <a:off x="11148182" y="32124650"/>
            <a:ext cx="6104428" cy="938719"/>
          </a:xfrm>
          <a:prstGeom prst="rect">
            <a:avLst/>
          </a:prstGeom>
          <a:noFill/>
        </p:spPr>
        <p:txBody>
          <a:bodyPr wrap="none" rtlCol="0">
            <a:spAutoFit/>
          </a:bodyPr>
          <a:lstStyle/>
          <a:p>
            <a:r>
              <a:rPr lang="en-IN" sz="5500" dirty="0"/>
              <a:t>Insert your text Here</a:t>
            </a:r>
          </a:p>
        </p:txBody>
      </p:sp>
      <p:sp>
        <p:nvSpPr>
          <p:cNvPr id="34" name="TextBox 33">
            <a:extLst>
              <a:ext uri="{FF2B5EF4-FFF2-40B4-BE49-F238E27FC236}">
                <a16:creationId xmlns:a16="http://schemas.microsoft.com/office/drawing/2014/main" id="{B4C3A4EF-E6FF-3D7D-2C5F-E1F533942D5A}"/>
              </a:ext>
            </a:extLst>
          </p:cNvPr>
          <p:cNvSpPr txBox="1"/>
          <p:nvPr/>
        </p:nvSpPr>
        <p:spPr>
          <a:xfrm>
            <a:off x="11148182" y="25733351"/>
            <a:ext cx="6104428" cy="938719"/>
          </a:xfrm>
          <a:prstGeom prst="rect">
            <a:avLst/>
          </a:prstGeom>
          <a:noFill/>
        </p:spPr>
        <p:txBody>
          <a:bodyPr wrap="none" rtlCol="0">
            <a:spAutoFit/>
          </a:bodyPr>
          <a:lstStyle/>
          <a:p>
            <a:r>
              <a:rPr lang="en-IN" sz="5500" dirty="0"/>
              <a:t>Insert your text Here</a:t>
            </a:r>
          </a:p>
        </p:txBody>
      </p:sp>
      <p:sp>
        <p:nvSpPr>
          <p:cNvPr id="35" name="TextBox 34">
            <a:extLst>
              <a:ext uri="{FF2B5EF4-FFF2-40B4-BE49-F238E27FC236}">
                <a16:creationId xmlns:a16="http://schemas.microsoft.com/office/drawing/2014/main" id="{0A972737-0112-D5F2-F6B2-E40D2CFCB1EA}"/>
              </a:ext>
            </a:extLst>
          </p:cNvPr>
          <p:cNvSpPr txBox="1"/>
          <p:nvPr/>
        </p:nvSpPr>
        <p:spPr>
          <a:xfrm>
            <a:off x="11175123" y="5618182"/>
            <a:ext cx="6104428" cy="938719"/>
          </a:xfrm>
          <a:prstGeom prst="rect">
            <a:avLst/>
          </a:prstGeom>
          <a:noFill/>
        </p:spPr>
        <p:txBody>
          <a:bodyPr wrap="none" rtlCol="0">
            <a:spAutoFit/>
          </a:bodyPr>
          <a:lstStyle/>
          <a:p>
            <a:r>
              <a:rPr lang="en-IN" sz="5500" dirty="0"/>
              <a:t>Insert your text Here</a:t>
            </a:r>
          </a:p>
        </p:txBody>
      </p:sp>
      <p:sp>
        <p:nvSpPr>
          <p:cNvPr id="36" name="TextBox 35">
            <a:extLst>
              <a:ext uri="{FF2B5EF4-FFF2-40B4-BE49-F238E27FC236}">
                <a16:creationId xmlns:a16="http://schemas.microsoft.com/office/drawing/2014/main" id="{298ED9DB-29F4-1396-3469-2884A260F26E}"/>
              </a:ext>
            </a:extLst>
          </p:cNvPr>
          <p:cNvSpPr txBox="1"/>
          <p:nvPr/>
        </p:nvSpPr>
        <p:spPr>
          <a:xfrm>
            <a:off x="21255724" y="5646838"/>
            <a:ext cx="6104428" cy="938719"/>
          </a:xfrm>
          <a:prstGeom prst="rect">
            <a:avLst/>
          </a:prstGeom>
          <a:noFill/>
        </p:spPr>
        <p:txBody>
          <a:bodyPr wrap="none" rtlCol="0">
            <a:spAutoFit/>
          </a:bodyPr>
          <a:lstStyle/>
          <a:p>
            <a:r>
              <a:rPr lang="en-IN" sz="5500" dirty="0"/>
              <a:t>Insert your text Here</a:t>
            </a:r>
          </a:p>
        </p:txBody>
      </p:sp>
      <p:sp>
        <p:nvSpPr>
          <p:cNvPr id="37" name="TextBox 36">
            <a:extLst>
              <a:ext uri="{FF2B5EF4-FFF2-40B4-BE49-F238E27FC236}">
                <a16:creationId xmlns:a16="http://schemas.microsoft.com/office/drawing/2014/main" id="{B412C119-3668-82FF-BE7B-25EECC898EC5}"/>
              </a:ext>
            </a:extLst>
          </p:cNvPr>
          <p:cNvSpPr txBox="1"/>
          <p:nvPr/>
        </p:nvSpPr>
        <p:spPr>
          <a:xfrm>
            <a:off x="342522" y="5362015"/>
            <a:ext cx="6104428" cy="938719"/>
          </a:xfrm>
          <a:prstGeom prst="rect">
            <a:avLst/>
          </a:prstGeom>
          <a:noFill/>
        </p:spPr>
        <p:txBody>
          <a:bodyPr wrap="none" rtlCol="0">
            <a:spAutoFit/>
          </a:bodyPr>
          <a:lstStyle/>
          <a:p>
            <a:r>
              <a:rPr lang="en-IN" sz="5500" dirty="0"/>
              <a:t>Insert your text Here</a:t>
            </a:r>
          </a:p>
        </p:txBody>
      </p:sp>
      <p:sp>
        <p:nvSpPr>
          <p:cNvPr id="38" name="TextBox 37">
            <a:extLst>
              <a:ext uri="{FF2B5EF4-FFF2-40B4-BE49-F238E27FC236}">
                <a16:creationId xmlns:a16="http://schemas.microsoft.com/office/drawing/2014/main" id="{BBDE6B47-93C1-4A30-E741-DD059543FFBB}"/>
              </a:ext>
            </a:extLst>
          </p:cNvPr>
          <p:cNvSpPr txBox="1"/>
          <p:nvPr/>
        </p:nvSpPr>
        <p:spPr>
          <a:xfrm>
            <a:off x="429387" y="19088547"/>
            <a:ext cx="6104428" cy="938719"/>
          </a:xfrm>
          <a:prstGeom prst="rect">
            <a:avLst/>
          </a:prstGeom>
          <a:noFill/>
        </p:spPr>
        <p:txBody>
          <a:bodyPr wrap="none" rtlCol="0">
            <a:spAutoFit/>
          </a:bodyPr>
          <a:lstStyle/>
          <a:p>
            <a:r>
              <a:rPr lang="en-IN" sz="5500" dirty="0"/>
              <a:t>Insert your text Here</a:t>
            </a:r>
          </a:p>
        </p:txBody>
      </p:sp>
      <p:pic>
        <p:nvPicPr>
          <p:cNvPr id="5" name="Picture 4">
            <a:extLst>
              <a:ext uri="{FF2B5EF4-FFF2-40B4-BE49-F238E27FC236}">
                <a16:creationId xmlns:a16="http://schemas.microsoft.com/office/drawing/2014/main" id="{297F50C4-CD93-7B3E-4BCF-A7D1A7AFC1A8}"/>
              </a:ext>
            </a:extLst>
          </p:cNvPr>
          <p:cNvPicPr>
            <a:picLocks noChangeAspect="1"/>
          </p:cNvPicPr>
          <p:nvPr/>
        </p:nvPicPr>
        <p:blipFill>
          <a:blip r:embed="rId3"/>
          <a:stretch>
            <a:fillRect/>
          </a:stretch>
        </p:blipFill>
        <p:spPr>
          <a:xfrm>
            <a:off x="26898600" y="320343"/>
            <a:ext cx="5128674" cy="2238707"/>
          </a:xfrm>
          <a:prstGeom prst="rect">
            <a:avLst/>
          </a:prstGeom>
        </p:spPr>
      </p:pic>
      <p:sp>
        <p:nvSpPr>
          <p:cNvPr id="10" name="TextBox 9">
            <a:extLst>
              <a:ext uri="{FF2B5EF4-FFF2-40B4-BE49-F238E27FC236}">
                <a16:creationId xmlns:a16="http://schemas.microsoft.com/office/drawing/2014/main" id="{68A829BF-150C-1E1A-F6A1-168F21475341}"/>
              </a:ext>
            </a:extLst>
          </p:cNvPr>
          <p:cNvSpPr txBox="1"/>
          <p:nvPr/>
        </p:nvSpPr>
        <p:spPr>
          <a:xfrm>
            <a:off x="-23274" y="2892079"/>
            <a:ext cx="32050548" cy="784830"/>
          </a:xfrm>
          <a:prstGeom prst="rect">
            <a:avLst/>
          </a:prstGeom>
          <a:noFill/>
        </p:spPr>
        <p:txBody>
          <a:bodyPr wrap="square">
            <a:spAutoFit/>
          </a:bodyPr>
          <a:lstStyle/>
          <a:p>
            <a:pPr algn="ctr"/>
            <a:r>
              <a:rPr lang="en-US" sz="1800" dirty="0">
                <a:latin typeface="Poppins" panose="00000500000000000000" pitchFamily="2" charset="0"/>
                <a:cs typeface="Poppins" panose="00000500000000000000" pitchFamily="2" charset="0"/>
              </a:rPr>
              <a:t>[</a:t>
            </a:r>
            <a:r>
              <a:rPr lang="en-US" sz="4500" b="1" dirty="0">
                <a:latin typeface="Poppins" panose="00000500000000000000" pitchFamily="2" charset="0"/>
                <a:ea typeface="SimSun" pitchFamily="2" charset="-122"/>
                <a:cs typeface="Poppins" panose="00000500000000000000" pitchFamily="2" charset="0"/>
              </a:rPr>
              <a:t>Insert team members name (TL First)}</a:t>
            </a:r>
            <a:endParaRPr lang="en-IN" sz="4500" b="1" dirty="0">
              <a:latin typeface="Poppins" panose="00000500000000000000" pitchFamily="2" charset="0"/>
              <a:ea typeface="SimSun" pitchFamily="2" charset="-122"/>
              <a:cs typeface="Poppins" panose="00000500000000000000" pitchFamily="2" charset="0"/>
            </a:endParaRPr>
          </a:p>
        </p:txBody>
      </p:sp>
      <p:pic>
        <p:nvPicPr>
          <p:cNvPr id="13" name="Picture 12">
            <a:extLst>
              <a:ext uri="{FF2B5EF4-FFF2-40B4-BE49-F238E27FC236}">
                <a16:creationId xmlns:a16="http://schemas.microsoft.com/office/drawing/2014/main" id="{CD12110C-4A25-B523-84B2-D73BB619C7CB}"/>
              </a:ext>
            </a:extLst>
          </p:cNvPr>
          <p:cNvPicPr>
            <a:picLocks noChangeAspect="1"/>
          </p:cNvPicPr>
          <p:nvPr/>
        </p:nvPicPr>
        <p:blipFill>
          <a:blip r:embed="rId4"/>
          <a:stretch>
            <a:fillRect/>
          </a:stretch>
        </p:blipFill>
        <p:spPr>
          <a:xfrm>
            <a:off x="22357383" y="569413"/>
            <a:ext cx="4541217" cy="1959894"/>
          </a:xfrm>
          <a:prstGeom prst="rect">
            <a:avLst/>
          </a:prstGeom>
        </p:spPr>
      </p:pic>
      <p:pic>
        <p:nvPicPr>
          <p:cNvPr id="39" name="Picture 38">
            <a:extLst>
              <a:ext uri="{FF2B5EF4-FFF2-40B4-BE49-F238E27FC236}">
                <a16:creationId xmlns:a16="http://schemas.microsoft.com/office/drawing/2014/main" id="{AA1316D0-1BAC-C1D6-8516-FD6AF484D92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609" b="93950" l="3113" r="94553">
                        <a14:foregroundMark x1="3113" y1="14947" x2="3113" y2="14947"/>
                        <a14:foregroundMark x1="14008" y1="16726" x2="14008" y2="16726"/>
                        <a14:foregroundMark x1="22179" y1="21352" x2="22179" y2="21352"/>
                        <a14:foregroundMark x1="30350" y1="19929" x2="30350" y2="19929"/>
                        <a14:foregroundMark x1="32879" y1="39146" x2="32879" y2="39146"/>
                        <a14:foregroundMark x1="9339" y1="44840" x2="9339" y2="44840"/>
                        <a14:foregroundMark x1="42996" y1="39858" x2="42996" y2="39858"/>
                        <a14:foregroundMark x1="53696" y1="39858" x2="53696" y2="39858"/>
                        <a14:foregroundMark x1="63035" y1="41993" x2="63035" y2="41993"/>
                        <a14:foregroundMark x1="75875" y1="40925" x2="75875" y2="40925"/>
                        <a14:foregroundMark x1="80545" y1="35587" x2="80545" y2="35587"/>
                        <a14:foregroundMark x1="94553" y1="44128" x2="94553" y2="44128"/>
                        <a14:foregroundMark x1="8171" y1="56940" x2="8171" y2="56940"/>
                        <a14:foregroundMark x1="13619" y1="58363" x2="13619" y2="58363"/>
                        <a14:foregroundMark x1="21206" y1="57651" x2="21206" y2="57651"/>
                        <a14:foregroundMark x1="28016" y1="59786" x2="28016" y2="59786"/>
                        <a14:foregroundMark x1="36770" y1="61210" x2="36770" y2="61210"/>
                        <a14:foregroundMark x1="8171" y1="87544" x2="8171" y2="87544"/>
                        <a14:foregroundMark x1="14981" y1="87544" x2="14981" y2="87544"/>
                        <a14:foregroundMark x1="21984" y1="87544" x2="21984" y2="87544"/>
                        <a14:foregroundMark x1="32296" y1="88256" x2="32296" y2="88256"/>
                        <a14:foregroundMark x1="43580" y1="91103" x2="43580" y2="91103"/>
                        <a14:foregroundMark x1="52918" y1="88256" x2="52918" y2="88256"/>
                        <a14:foregroundMark x1="63230" y1="93950" x2="63230" y2="93950"/>
                        <a14:foregroundMark x1="71595" y1="90391" x2="71595" y2="90391"/>
                        <a14:foregroundMark x1="81907" y1="92171" x2="81907" y2="92171"/>
                        <a14:foregroundMark x1="14008" y1="37722" x2="14008" y2="37722"/>
                        <a14:foregroundMark x1="23346" y1="40569" x2="23346" y2="40569"/>
                        <a14:backgroundMark x1="6420" y1="39146" x2="6420" y2="39146"/>
                        <a14:backgroundMark x1="7004" y1="39146" x2="7004" y2="39146"/>
                        <a14:backgroundMark x1="7004" y1="40925" x2="7004" y2="40925"/>
                        <a14:backgroundMark x1="6420" y1="41993" x2="6420" y2="41993"/>
                        <a14:backgroundMark x1="5837" y1="38078" x2="5837" y2="38078"/>
                        <a14:backgroundMark x1="6226" y1="41281" x2="6226" y2="41281"/>
                        <a14:backgroundMark x1="6615" y1="84698" x2="6615" y2="84698"/>
                        <a14:backgroundMark x1="46109" y1="88256" x2="46109" y2="88256"/>
                        <a14:backgroundMark x1="73346" y1="86121" x2="73346" y2="86121"/>
                        <a14:backgroundMark x1="45525" y1="38078" x2="45525" y2="38078"/>
                        <a14:backgroundMark x1="34436" y1="39858" x2="34436" y2="39858"/>
                        <a14:backgroundMark x1="25875" y1="37722" x2="25875" y2="37722"/>
                        <a14:backgroundMark x1="29183" y1="63345" x2="29183" y2="63345"/>
                        <a14:backgroundMark x1="20428" y1="38434" x2="20428" y2="38434"/>
                      </a14:backgroundRemoval>
                    </a14:imgEffect>
                  </a14:imgLayer>
                </a14:imgProps>
              </a:ext>
            </a:extLst>
          </a:blip>
          <a:stretch>
            <a:fillRect/>
          </a:stretch>
        </p:blipFill>
        <p:spPr>
          <a:xfrm>
            <a:off x="4990684" y="217721"/>
            <a:ext cx="3865337" cy="2113153"/>
          </a:xfrm>
          <a:prstGeom prst="rect">
            <a:avLst/>
          </a:prstGeom>
        </p:spPr>
      </p:pic>
    </p:spTree>
    <p:extLst>
      <p:ext uri="{BB962C8B-B14F-4D97-AF65-F5344CB8AC3E}">
        <p14:creationId xmlns:p14="http://schemas.microsoft.com/office/powerpoint/2010/main" val="1101339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6556</TotalTime>
  <Words>529</Words>
  <Application>Microsoft Office PowerPoint</Application>
  <PresentationFormat>Custom</PresentationFormat>
  <Paragraphs>67</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Poppins</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lilu1</dc:creator>
  <cp:lastModifiedBy>Diwakar reddy</cp:lastModifiedBy>
  <cp:revision>202</cp:revision>
  <cp:lastPrinted>2013-08-04T02:58:23Z</cp:lastPrinted>
  <dcterms:created xsi:type="dcterms:W3CDTF">2011-10-21T15:46:33Z</dcterms:created>
  <dcterms:modified xsi:type="dcterms:W3CDTF">2024-10-17T08:54:23Z</dcterms:modified>
</cp:coreProperties>
</file>